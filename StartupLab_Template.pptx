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Inter"/>
              </a:defRPr>
            </a:pPr>
            <a:r>
              <a:t>Subtitle or date goes here</a:t>
            </a:r>
          </a:p>
        </p:txBody>
      </p:sp>
      <p:pic>
        <p:nvPicPr>
          <p:cNvPr id="5" name="Picture 4" descr="SL_signatu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0"/>
            <a:ext cx="87030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9BA1A5"/>
                </a:solidFill>
                <a:latin typeface="Inter"/>
              </a:defRPr>
            </a:pPr>
            <a:r>
              <a:t>Subtitle or date goes here</a:t>
            </a:r>
          </a:p>
        </p:txBody>
      </p:sp>
      <p:pic>
        <p:nvPicPr>
          <p:cNvPr id="5" name="Picture 4" descr="SL_signatu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0"/>
            <a:ext cx="87030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SECTION TITLE</a:t>
            </a:r>
          </a:p>
        </p:txBody>
      </p:sp>
      <p:pic>
        <p:nvPicPr>
          <p:cNvPr id="5" name="Picture 4" descr="SL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486400"/>
            <a:ext cx="48768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31415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31415"/>
                </a:solidFill>
                <a:latin typeface="Inter"/>
              </a:defRPr>
            </a:pPr>
            <a:r>
              <a:t>Body text goes here. Use Inter font at 17-19px for optimal readability.</a:t>
            </a:r>
            <a:br/>
            <a:br/>
            <a:r>
              <a:t>• Bullet point one</a:t>
            </a:r>
            <a:br/>
            <a:r>
              <a:t>• Bullet point two</a:t>
            </a:r>
            <a:br/>
            <a:r>
              <a:t>• Bullet point three</a:t>
            </a:r>
          </a:p>
        </p:txBody>
      </p:sp>
      <p:pic>
        <p:nvPicPr>
          <p:cNvPr id="4" name="Picture 3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3716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31415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31415"/>
                </a:solidFill>
                <a:latin typeface="Inter"/>
              </a:defRPr>
            </a:pPr>
            <a:r>
              <a:t>Supporting text goes here. This layout works well for case studies, features, or storytelling.</a:t>
            </a:r>
          </a:p>
        </p:txBody>
      </p:sp>
      <p:pic>
        <p:nvPicPr>
          <p:cNvPr id="5" name="Picture 4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31415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31415"/>
                </a:solidFill>
                <a:latin typeface="Inter"/>
              </a:defRPr>
            </a:pPr>
            <a:r>
              <a:t>Supporting text goes here. This layout works well for case studies, features, or storytelling.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48095" y="0"/>
            <a:ext cx="59436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IMAGE</a:t>
            </a:r>
          </a:p>
        </p:txBody>
      </p:sp>
      <p:pic>
        <p:nvPicPr>
          <p:cNvPr id="5" name="Picture 4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31415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F3333"/>
                </a:solidFill>
                <a:latin typeface="Arial Black"/>
              </a:defRPr>
            </a:pPr>
            <a:r>
              <a:t>250+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BA1A5"/>
                </a:solidFill>
                <a:latin typeface="Inter"/>
              </a:defRPr>
            </a:pPr>
            <a:r>
              <a:t>Startups supported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0116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F3333"/>
                </a:solidFill>
                <a:latin typeface="Arial Black"/>
              </a:defRPr>
            </a:pPr>
            <a:r>
              <a:t>15B+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BA1A5"/>
                </a:solidFill>
                <a:latin typeface="Inter"/>
              </a:defRPr>
            </a:pPr>
            <a:r>
              <a:t>NOK raised by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0116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F3333"/>
                </a:solidFill>
                <a:latin typeface="Arial Black"/>
              </a:defRPr>
            </a:pPr>
            <a:r>
              <a:t>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9184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BA1A5"/>
                </a:solidFill>
                <a:latin typeface="Inter"/>
              </a:defRPr>
            </a:pPr>
            <a:r>
              <a:t>Industry programs</a:t>
            </a:r>
          </a:p>
        </p:txBody>
      </p:sp>
      <p:pic>
        <p:nvPicPr>
          <p:cNvPr id="9" name="Picture 8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0" b="1">
                <a:solidFill>
                  <a:srgbClr val="FF3333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31415"/>
                </a:solidFill>
                <a:latin typeface="Georgia"/>
              </a:defRPr>
            </a:pPr>
            <a:r>
              <a:t>Quote text goes here. Make it impactful and memorable.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BA1A5"/>
                </a:solidFill>
                <a:latin typeface="Inter"/>
              </a:defRPr>
            </a:pPr>
            <a:r>
              <a:t>— Name, Title</a:t>
            </a:r>
          </a:p>
        </p:txBody>
      </p:sp>
      <p:pic>
        <p:nvPicPr>
          <p:cNvPr id="6" name="Picture 5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31415"/>
                </a:solidFill>
                <a:latin typeface="Arial"/>
              </a:defRPr>
            </a:pPr>
            <a:r>
              <a:t>Our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31415"/>
                </a:solidFill>
                <a:latin typeface="Arial"/>
              </a:defRPr>
            </a:pPr>
            <a:r>
              <a:t>Name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BA1A5"/>
                </a:solidFill>
                <a:latin typeface="Inter"/>
              </a:defRPr>
            </a:pPr>
            <a:r>
              <a:t>Job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645920"/>
            <a:ext cx="22860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1148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31415"/>
                </a:solidFill>
                <a:latin typeface="Arial"/>
              </a:defRPr>
            </a:pPr>
            <a:r>
              <a:t>Name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572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BA1A5"/>
                </a:solidFill>
                <a:latin typeface="Inter"/>
              </a:defRPr>
            </a:pPr>
            <a:r>
              <a:t>Job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22860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31415"/>
                </a:solidFill>
                <a:latin typeface="Arial"/>
              </a:defRPr>
            </a:pPr>
            <a:r>
              <a:t>Name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BA1A5"/>
                </a:solidFill>
                <a:latin typeface="Inter"/>
              </a:defRPr>
            </a:pPr>
            <a:r>
              <a:t>Job Title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645920"/>
            <a:ext cx="22860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41148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31415"/>
                </a:solidFill>
                <a:latin typeface="Arial"/>
              </a:defRPr>
            </a:pPr>
            <a:r>
              <a:t>Name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572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BA1A5"/>
                </a:solidFill>
                <a:latin typeface="Inter"/>
              </a:defRPr>
            </a:pPr>
            <a:r>
              <a:t>Job Title</a:t>
            </a:r>
          </a:p>
        </p:txBody>
      </p:sp>
      <p:pic>
        <p:nvPicPr>
          <p:cNvPr id="15" name="Picture 14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31415"/>
                </a:solidFill>
                <a:latin typeface="Arial"/>
              </a:defRPr>
            </a:pPr>
            <a:r>
              <a:t>Two Column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3333"/>
                </a:solidFill>
                <a:latin typeface="Arial"/>
              </a:defRPr>
            </a:pPr>
            <a:r>
              <a:t>Column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31415"/>
                </a:solidFill>
                <a:latin typeface="Inter"/>
              </a:defRPr>
            </a:pPr>
            <a:r>
              <a:t>Content for the first column goes here.</a:t>
            </a:r>
            <a:br/>
            <a:br/>
            <a:r>
              <a:t>• Point one</a:t>
            </a:r>
            <a:br/>
            <a:r>
              <a:t>• Point two</a:t>
            </a:r>
            <a:br/>
            <a:r>
              <a:t>• Point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3333"/>
                </a:solidFill>
                <a:latin typeface="Arial"/>
              </a:defRPr>
            </a:pPr>
            <a:r>
              <a:t>Column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31415"/>
                </a:solidFill>
                <a:latin typeface="Inter"/>
              </a:defRPr>
            </a:pPr>
            <a:r>
              <a:t>Content for the second column goes here.</a:t>
            </a:r>
            <a:br/>
            <a:br/>
            <a:r>
              <a:t>• Point one</a:t>
            </a:r>
            <a:br/>
            <a:r>
              <a:t>• Point two</a:t>
            </a:r>
            <a:br/>
            <a:r>
              <a:t>• Point three</a:t>
            </a:r>
          </a:p>
        </p:txBody>
      </p:sp>
      <p:pic>
        <p:nvPicPr>
          <p:cNvPr id="7" name="Picture 6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26480"/>
            <a:ext cx="69624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READY TO GO</a:t>
            </a:r>
            <a:br/>
            <a:r>
              <a:t>FURTHER FASTER?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BA1A5"/>
                </a:solidFill>
                <a:latin typeface="Inter"/>
              </a:defRPr>
            </a:pPr>
            <a:r>
              <a:t>contact@startuplab.no  |  startuplab.no</a:t>
            </a:r>
          </a:p>
        </p:txBody>
      </p:sp>
      <p:pic>
        <p:nvPicPr>
          <p:cNvPr id="5" name="Picture 4" descr="SL_signatu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0"/>
            <a:ext cx="870305" cy="457200"/>
          </a:xfrm>
          <a:prstGeom prst="rect">
            <a:avLst/>
          </a:prstGeom>
        </p:spPr>
      </p:pic>
      <p:pic>
        <p:nvPicPr>
          <p:cNvPr id="6" name="Picture 5" descr="SL_symb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828800"/>
            <a:ext cx="1828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THANK YOU</a:t>
            </a:r>
          </a:p>
        </p:txBody>
      </p:sp>
      <p:pic>
        <p:nvPicPr>
          <p:cNvPr id="4" name="Picture 3" descr="SL_signatu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0"/>
            <a:ext cx="870305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