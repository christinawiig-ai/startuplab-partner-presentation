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rader er dimensjonert for plassen. Trenger du fem, marker alle radene og minsk avstanden mellom dem til ca. 0,8 tommer først, ellers havner den nederste raden oppå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Bytter du ut et bilde, kjør prepare-media.py på det først: den legger alle kortbildene i samme lysstyrke og fargestyrke, ellers spriker raden.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KAPITTELSKILLE. To ting å endre per kapittel: det store tallet til høyre, og hvilket tall i rekken som er rødt (marker det og sett rød FF3333, og sett det forrige tilbake til grå 9BA1A5). Kickeren står bare «Kapittel», så du slipper å endre den også. Vil du heller ha temaet for delen der, skriv det inn. Har du flere eller færre enn fem kapitler, legg til eller slett tall i rekken.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BILDERUTENETT. Fire liggende bilder i 2x2 med forklaringen samlet på venstre side, i stedet for bildetekst under hvert bilde. Bytt bilde: høyreklikk &gt; Endre bilde, utsnittet beholdes. Vil du ha bildene til venstre og teksten til høyre: marker alle fire bildene og dra dem over, og flytt tekstblokken motsatt vei. Kjør prepare-media.py på nye bilder, så får de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Både sitatet og navnet er plassholdere: bytt dem før du presenterer. Sirkelen er rundt maskert, så et innsatt portrett beholder 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BILDERAD. Bildeteksten ligger under bildet, ikke oppå det, nettopp for å være lesbar fra bakerste rad. Overskriften i hvitt er 20 pt, forklaringen 18 pt. Bytt bilde: høyreklikk &gt; Endre bilde, utsnittet beholdes. Vil du ha fire bilder i stedet for tre: marker et bilde med tekstene under, kopier settet, og sett bildebredden til 2,6 tommer på alle fire. Hold forklaringen til to linjer, ellers treffer den logoen. Kjør prepare-media.py på nye bilder, så legges de i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Fire portretter spenner fra marg til marg. Bytt portrett: høyreklikk &gt; Endre bilde, den runde masken følger med. Den grå sirkelen er en ledig plass. Sjekk at rollene stemmer før du presenterer.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sp>
      <p:sp>
        <p:nvSpPr>
          <p:cNvPr id="4" name="Text 1"/>
          <p:cNvSpPr/>
          <p:nvPr/>
        </p:nvSpPr>
        <p:spPr>
          <a:xfrm>
            <a:off x="777240" y="3611880"/>
            <a:ext cx="8229600"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STARTUPLAB · PARTNER GATHERING</a:t>
            </a:r>
            <a:endParaRPr lang="en-US" sz="16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pPr indent="0" marL="0">
              <a:lnSpc>
                <a:spcPct val="92000"/>
              </a:lnSpc>
              <a:buNone/>
            </a:pPr>
            <a:r>
              <a:rPr lang="en-US" sz="5400" dirty="0">
                <a:solidFill>
                  <a:srgbClr val="FF3333"/>
                </a:solidFill>
                <a:latin typeface="Replica LL TT Heavy" pitchFamily="34" charset="0"/>
                <a:ea typeface="Replica LL TT Heavy" pitchFamily="34" charset="-122"/>
                <a:cs typeface="Replica LL TT Heavy" pitchFamily="34" charset="-120"/>
              </a:rPr>
              <a:t>neste</a:t>
            </a:r>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algn="r" indent="0" marL="0">
              <a:buNone/>
            </a:pPr>
            <a:r>
              <a:rPr lang="en-US" sz="1800" dirty="0">
                <a:solidFill>
                  <a:srgbClr val="FFFFFF"/>
                </a:solidFill>
                <a:latin typeface="Inter" pitchFamily="34" charset="0"/>
                <a:ea typeface="Inter" pitchFamily="34" charset="-122"/>
                <a:cs typeface="Inter" pitchFamily="34" charset="-120"/>
              </a:rPr>
              <a:t>Oslo · januar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AGENDA</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DEL TO</a:t>
            </a:r>
            <a:endParaRPr lang="en-US" sz="16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SIDEN 2012</a:t>
            </a:r>
            <a:endParaRPr lang="en-US" sz="16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indent="0" marL="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121408"/>
            <a:ext cx="4160520" cy="2103120"/>
          </a:xfrm>
          <a:prstGeom prst="rect">
            <a:avLst/>
          </a:prstGeom>
          <a:noFill/>
          <a:ln/>
        </p:spPr>
        <p:txBody>
          <a:bodyPr wrap="square" lIns="0" tIns="0" rIns="0" bIns="0" rtlCol="0" anchor="t"/>
          <a:lstStyle/>
          <a:p>
            <a:pPr indent="0" marL="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STARTUPLAB I TALL</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oppsummert i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tre tall</a:t>
            </a:r>
            <a:endParaRPr lang="en-US" sz="4000" dirty="0"/>
          </a:p>
        </p:txBody>
      </p:sp>
      <p:sp>
        <p:nvSpPr>
          <p:cNvPr id="4" name="Text 2"/>
          <p:cNvSpPr/>
          <p:nvPr/>
        </p:nvSpPr>
        <p:spPr>
          <a:xfrm>
            <a:off x="777240"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sp>
      <p:sp>
        <p:nvSpPr>
          <p:cNvPr id="4" name="Text 1"/>
          <p:cNvSpPr/>
          <p:nvPr/>
        </p:nvSpPr>
        <p:spPr>
          <a:xfrm>
            <a:off x="777240" y="3931920"/>
            <a:ext cx="8229600"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STARTUPLAB SUMMIT</a:t>
            </a:r>
            <a:endParaRPr lang="en-US" sz="16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Code\Work\startuplab-partner-presentation\pptx-templates\media\split.jpg">    </p:cNvPr>
          <p:cNvPicPr>
            <a:picLocks noChangeAspect="1"/>
          </p:cNvPicPr>
          <p:nvPr/>
        </p:nvPicPr>
        <p:blipFill>
          <a:blip r:embed="rId1"/>
          <a:srcRect l="0" r="0" t="0" b="0"/>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SLIK JOBBER VI</a:t>
            </a:r>
            <a:endParaRPr lang="en-US" sz="16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Fra første møte</a:t>
            </a:r>
            <a:endParaRPr lang="en-US" sz="3400" dirty="0"/>
          </a:p>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til signert </a:t>
            </a:r>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pilot</a:t>
            </a:r>
            <a:endParaRPr lang="en-US" sz="3400" dirty="0"/>
          </a:p>
        </p:txBody>
      </p:sp>
      <p:sp>
        <p:nvSpPr>
          <p:cNvPr id="5" name="Text 2"/>
          <p:cNvSpPr/>
          <p:nvPr/>
        </p:nvSpPr>
        <p:spPr>
          <a:xfrm>
            <a:off x="777240" y="3794760"/>
            <a:ext cx="4800600" cy="164592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pptx-templates\media\logo-red.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INDUSTRIPROGRAMMER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jpg">    </p:cNvPr>
          <p:cNvPicPr>
            <a:picLocks noChangeAspect="1"/>
          </p:cNvPicPr>
          <p:nvPr/>
        </p:nvPicPr>
        <p:blipFill>
          <a:blip r:embed="rId1"/>
          <a:srcRect l="0" r="0" t="0" b="0"/>
          <a:stretch/>
        </p:blipFill>
        <p:spPr>
          <a:xfrm>
            <a:off x="777240" y="2240280"/>
            <a:ext cx="1922617" cy="2926080"/>
          </a:xfrm>
          <a:prstGeom prst="rect">
            <a:avLst/>
          </a:prstGeom>
        </p:spPr>
      </p:pic>
      <p:sp>
        <p:nvSpPr>
          <p:cNvPr id="5" name="Shape 2"/>
          <p:cNvSpPr/>
          <p:nvPr/>
        </p:nvSpPr>
        <p:spPr>
          <a:xfrm>
            <a:off x="777240" y="2240280"/>
            <a:ext cx="1922617" cy="2926080"/>
          </a:xfrm>
          <a:prstGeom prst="rect">
            <a:avLst/>
          </a:prstGeom>
          <a:solidFill>
            <a:srgbClr val="050505">
              <a:alpha val="28000"/>
            </a:srgbClr>
          </a:solidFill>
          <a:ln/>
        </p:spPr>
      </p:sp>
      <p:sp>
        <p:nvSpPr>
          <p:cNvPr id="6" name="Text 3"/>
          <p:cNvSpPr/>
          <p:nvPr/>
        </p:nvSpPr>
        <p:spPr>
          <a:xfrm>
            <a:off x="777240"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jpg">    </p:cNvPr>
          <p:cNvPicPr>
            <a:picLocks noChangeAspect="1"/>
          </p:cNvPicPr>
          <p:nvPr/>
        </p:nvPicPr>
        <p:blipFill>
          <a:blip r:embed="rId2"/>
          <a:srcRect l="0" r="0" t="0" b="0"/>
          <a:stretch/>
        </p:blipFill>
        <p:spPr>
          <a:xfrm>
            <a:off x="2955889" y="2240280"/>
            <a:ext cx="1922617" cy="2926080"/>
          </a:xfrm>
          <a:prstGeom prst="rect">
            <a:avLst/>
          </a:prstGeom>
        </p:spPr>
      </p:pic>
      <p:sp>
        <p:nvSpPr>
          <p:cNvPr id="8" name="Shape 4"/>
          <p:cNvSpPr/>
          <p:nvPr/>
        </p:nvSpPr>
        <p:spPr>
          <a:xfrm>
            <a:off x="2955889" y="2240280"/>
            <a:ext cx="1922617" cy="2926080"/>
          </a:xfrm>
          <a:prstGeom prst="rect">
            <a:avLst/>
          </a:prstGeom>
          <a:solidFill>
            <a:srgbClr val="050505">
              <a:alpha val="28000"/>
            </a:srgbClr>
          </a:solidFill>
          <a:ln/>
        </p:spPr>
      </p:sp>
      <p:sp>
        <p:nvSpPr>
          <p:cNvPr id="9" name="Text 5"/>
          <p:cNvSpPr/>
          <p:nvPr/>
        </p:nvSpPr>
        <p:spPr>
          <a:xfrm>
            <a:off x="295588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jpg">    </p:cNvPr>
          <p:cNvPicPr>
            <a:picLocks noChangeAspect="1"/>
          </p:cNvPicPr>
          <p:nvPr/>
        </p:nvPicPr>
        <p:blipFill>
          <a:blip r:embed="rId3"/>
          <a:srcRect l="0" r="0" t="0" b="0"/>
          <a:stretch/>
        </p:blipFill>
        <p:spPr>
          <a:xfrm>
            <a:off x="5134539" y="2240280"/>
            <a:ext cx="1922617" cy="2926080"/>
          </a:xfrm>
          <a:prstGeom prst="rect">
            <a:avLst/>
          </a:prstGeom>
        </p:spPr>
      </p:pic>
      <p:sp>
        <p:nvSpPr>
          <p:cNvPr id="11" name="Shape 6"/>
          <p:cNvSpPr/>
          <p:nvPr/>
        </p:nvSpPr>
        <p:spPr>
          <a:xfrm>
            <a:off x="5134539" y="2240280"/>
            <a:ext cx="1922617" cy="2926080"/>
          </a:xfrm>
          <a:prstGeom prst="rect">
            <a:avLst/>
          </a:prstGeom>
          <a:solidFill>
            <a:srgbClr val="050505">
              <a:alpha val="28000"/>
            </a:srgbClr>
          </a:solidFill>
          <a:ln/>
        </p:spPr>
      </p:sp>
      <p:sp>
        <p:nvSpPr>
          <p:cNvPr id="12" name="Text 7"/>
          <p:cNvSpPr/>
          <p:nvPr/>
        </p:nvSpPr>
        <p:spPr>
          <a:xfrm>
            <a:off x="513453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jpg">    </p:cNvPr>
          <p:cNvPicPr>
            <a:picLocks noChangeAspect="1"/>
          </p:cNvPicPr>
          <p:nvPr/>
        </p:nvPicPr>
        <p:blipFill>
          <a:blip r:embed="rId4"/>
          <a:srcRect l="0" r="0" t="0" b="0"/>
          <a:stretch/>
        </p:blipFill>
        <p:spPr>
          <a:xfrm>
            <a:off x="7313188" y="2240280"/>
            <a:ext cx="1922617" cy="2926080"/>
          </a:xfrm>
          <a:prstGeom prst="rect">
            <a:avLst/>
          </a:prstGeom>
        </p:spPr>
      </p:pic>
      <p:sp>
        <p:nvSpPr>
          <p:cNvPr id="14" name="Shape 8"/>
          <p:cNvSpPr/>
          <p:nvPr/>
        </p:nvSpPr>
        <p:spPr>
          <a:xfrm>
            <a:off x="7313188" y="2240280"/>
            <a:ext cx="1922617" cy="2926080"/>
          </a:xfrm>
          <a:prstGeom prst="rect">
            <a:avLst/>
          </a:prstGeom>
          <a:solidFill>
            <a:srgbClr val="050505">
              <a:alpha val="28000"/>
            </a:srgbClr>
          </a:solidFill>
          <a:ln/>
        </p:spPr>
      </p:sp>
      <p:sp>
        <p:nvSpPr>
          <p:cNvPr id="15" name="Text 9"/>
          <p:cNvSpPr/>
          <p:nvPr/>
        </p:nvSpPr>
        <p:spPr>
          <a:xfrm>
            <a:off x="731318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jpg">    </p:cNvPr>
          <p:cNvPicPr>
            <a:picLocks noChangeAspect="1"/>
          </p:cNvPicPr>
          <p:nvPr/>
        </p:nvPicPr>
        <p:blipFill>
          <a:blip r:embed="rId5"/>
          <a:srcRect l="0" r="0" t="0" b="0"/>
          <a:stretch/>
        </p:blipFill>
        <p:spPr>
          <a:xfrm>
            <a:off x="9491838" y="2240280"/>
            <a:ext cx="1922617" cy="2926080"/>
          </a:xfrm>
          <a:prstGeom prst="rect">
            <a:avLst/>
          </a:prstGeom>
        </p:spPr>
      </p:pic>
      <p:sp>
        <p:nvSpPr>
          <p:cNvPr id="17" name="Shape 10"/>
          <p:cNvSpPr/>
          <p:nvPr/>
        </p:nvSpPr>
        <p:spPr>
          <a:xfrm>
            <a:off x="9491838" y="2240280"/>
            <a:ext cx="1922617" cy="2926080"/>
          </a:xfrm>
          <a:prstGeom prst="rect">
            <a:avLst/>
          </a:prstGeom>
          <a:solidFill>
            <a:srgbClr val="050505">
              <a:alpha val="28000"/>
            </a:srgbClr>
          </a:solidFill>
          <a:ln/>
        </p:spPr>
      </p:sp>
      <p:sp>
        <p:nvSpPr>
          <p:cNvPr id="18" name="Text 11"/>
          <p:cNvSpPr/>
          <p:nvPr/>
        </p:nvSpPr>
        <p:spPr>
          <a:xfrm>
            <a:off x="949183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pptx-templates\media\logo-white.png">    </p:cNvPr>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HVA PARTNERSKAPET GIR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6309360" y="137160"/>
            <a:ext cx="6766560" cy="5852160"/>
          </a:xfrm>
          <a:prstGeom prst="rect">
            <a:avLst/>
          </a:prstGeom>
          <a:noFill/>
          <a:ln/>
        </p:spPr>
        <p:txBody>
          <a:bodyPr wrap="square" lIns="0" tIns="0" rIns="0" bIns="0" rtlCol="0" anchor="ctr"/>
          <a:lstStyle/>
          <a:p>
            <a:pPr indent="0" marL="0">
              <a:buNone/>
            </a:pPr>
            <a:r>
              <a:rPr lang="en-US" sz="40000" dirty="0">
                <a:ln w="19050">
                  <a:solidFill>
                    <a:srgbClr val="FFE5EA"/>
                  </a:solidFill>
                </a:ln>
                <a:solidFill>
                  <a:srgbClr val="24272A"/>
                </a:solidFill>
                <a:latin typeface="Replica LL TT Heavy" pitchFamily="34" charset="0"/>
                <a:ea typeface="Replica LL TT Heavy" pitchFamily="34" charset="-122"/>
                <a:cs typeface="Replica LL TT Heavy" pitchFamily="34" charset="-120"/>
              </a:rPr>
              <a:t>02</a:t>
            </a:r>
            <a:endParaRPr lang="en-US" sz="40000" dirty="0"/>
          </a:p>
        </p:txBody>
      </p:sp>
      <p:sp>
        <p:nvSpPr>
          <p:cNvPr id="3" name="Text 1"/>
          <p:cNvSpPr/>
          <p:nvPr/>
        </p:nvSpPr>
        <p:spPr>
          <a:xfrm>
            <a:off x="777240" y="246888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KAPITTEL</a:t>
            </a:r>
            <a:endParaRPr lang="en-US" sz="1600" dirty="0"/>
          </a:p>
        </p:txBody>
      </p:sp>
      <p:sp>
        <p:nvSpPr>
          <p:cNvPr id="4" name="Text 2"/>
          <p:cNvSpPr/>
          <p:nvPr/>
        </p:nvSpPr>
        <p:spPr>
          <a:xfrm>
            <a:off x="777240" y="2834640"/>
            <a:ext cx="6035040" cy="1097280"/>
          </a:xfrm>
          <a:prstGeom prst="rect">
            <a:avLst/>
          </a:prstGeom>
          <a:noFill/>
          <a:ln/>
        </p:spPr>
        <p:txBody>
          <a:bodyPr wrap="square" lIns="0" tIns="0" rIns="0" bIns="0" rtlCol="0" anchor="t"/>
          <a:lstStyle/>
          <a:p>
            <a:pPr indent="0" marL="0">
              <a:buNone/>
            </a:pPr>
            <a:r>
              <a:rPr lang="en-US" sz="6000" dirty="0">
                <a:solidFill>
                  <a:srgbClr val="FFFFFF"/>
                </a:solidFill>
                <a:latin typeface="Replica LL TT Heavy" pitchFamily="34" charset="0"/>
                <a:ea typeface="Replica LL TT Heavy" pitchFamily="34" charset="-122"/>
                <a:cs typeface="Replica LL TT Heavy" pitchFamily="34" charset="-120"/>
              </a:rPr>
              <a:t>Velkommen</a:t>
            </a:r>
            <a:endParaRPr lang="en-US" sz="6000" dirty="0"/>
          </a:p>
        </p:txBody>
      </p:sp>
      <p:sp>
        <p:nvSpPr>
          <p:cNvPr id="5" name="Text 3"/>
          <p:cNvSpPr/>
          <p:nvPr/>
        </p:nvSpPr>
        <p:spPr>
          <a:xfrm>
            <a:off x="777240" y="4251960"/>
            <a:ext cx="6400800" cy="502920"/>
          </a:xfrm>
          <a:prstGeom prst="rect">
            <a:avLst/>
          </a:prstGeom>
          <a:noFill/>
          <a:ln/>
        </p:spPr>
        <p:txBody>
          <a:bodyPr wrap="square" lIns="0" tIns="0" rIns="0" bIns="0" rtlCol="0" anchor="ctr"/>
          <a:lstStyle/>
          <a:p>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01</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FF3333"/>
                </a:solidFill>
                <a:latin typeface="Replica LL TT Heavy" pitchFamily="34" charset="0"/>
                <a:ea typeface="Replica LL TT Heavy" pitchFamily="34" charset="-122"/>
                <a:cs typeface="Replica LL TT Heavy" pitchFamily="34" charset="-120"/>
              </a:rPr>
              <a:t>02</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03</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04</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05</a:t>
            </a:r>
            <a:endParaRPr lang="en-US" sz="26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783080"/>
            <a:ext cx="438912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ÅRET SOM GIKK</a:t>
            </a:r>
            <a:endParaRPr lang="en-US" sz="1600" dirty="0"/>
          </a:p>
        </p:txBody>
      </p:sp>
      <p:sp>
        <p:nvSpPr>
          <p:cNvPr id="3" name="Text 1"/>
          <p:cNvSpPr/>
          <p:nvPr/>
        </p:nvSpPr>
        <p:spPr>
          <a:xfrm>
            <a:off x="777240" y="2176272"/>
            <a:ext cx="429768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Fire ting vi gjorde</a:t>
            </a:r>
            <a:endParaRPr lang="en-US" sz="3400" dirty="0"/>
          </a:p>
          <a:p>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mest</a:t>
            </a:r>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 av</a:t>
            </a:r>
            <a:endParaRPr lang="en-US" sz="3400" dirty="0"/>
          </a:p>
        </p:txBody>
      </p:sp>
      <p:sp>
        <p:nvSpPr>
          <p:cNvPr id="4" name="Text 2"/>
          <p:cNvSpPr/>
          <p:nvPr/>
        </p:nvSpPr>
        <p:spPr>
          <a:xfrm>
            <a:off x="777240" y="3794760"/>
            <a:ext cx="4206240" cy="146304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Samlinger, befaringer og matchmaking gjennom hele året. 42 arrangementer i alt.</a:t>
            </a:r>
            <a:endParaRPr lang="en-US" sz="2000" dirty="0"/>
          </a:p>
        </p:txBody>
      </p:sp>
      <p:pic>
        <p:nvPicPr>
          <p:cNvPr id="5" name="Image 0" descr="C:\Code\Work\startuplab-partner-presentation\pptx-templates\media\grid-1.jpg">    </p:cNvPr>
          <p:cNvPicPr>
            <a:picLocks noChangeAspect="1"/>
          </p:cNvPicPr>
          <p:nvPr/>
        </p:nvPicPr>
        <p:blipFill>
          <a:blip r:embed="rId1"/>
          <a:srcRect l="0" r="0" t="0" b="0"/>
          <a:stretch/>
        </p:blipFill>
        <p:spPr>
          <a:xfrm>
            <a:off x="5577840" y="1783080"/>
            <a:ext cx="2781148" cy="1854098"/>
          </a:xfrm>
          <a:prstGeom prst="rect">
            <a:avLst/>
          </a:prstGeom>
        </p:spPr>
      </p:pic>
      <p:pic>
        <p:nvPicPr>
          <p:cNvPr id="6" name="Image 1" descr="C:\Code\Work\startuplab-partner-presentation\pptx-templates\media\grid-2.jpg">    </p:cNvPr>
          <p:cNvPicPr>
            <a:picLocks noChangeAspect="1"/>
          </p:cNvPicPr>
          <p:nvPr/>
        </p:nvPicPr>
        <p:blipFill>
          <a:blip r:embed="rId2"/>
          <a:srcRect l="0" r="0" t="0" b="0"/>
          <a:stretch/>
        </p:blipFill>
        <p:spPr>
          <a:xfrm>
            <a:off x="8633308" y="1783080"/>
            <a:ext cx="2781148" cy="1854098"/>
          </a:xfrm>
          <a:prstGeom prst="rect">
            <a:avLst/>
          </a:prstGeom>
        </p:spPr>
      </p:pic>
      <p:pic>
        <p:nvPicPr>
          <p:cNvPr id="7" name="Image 2" descr="C:\Code\Work\startuplab-partner-presentation\pptx-templates\media\grid-3.jpg">    </p:cNvPr>
          <p:cNvPicPr>
            <a:picLocks noChangeAspect="1"/>
          </p:cNvPicPr>
          <p:nvPr/>
        </p:nvPicPr>
        <p:blipFill>
          <a:blip r:embed="rId3"/>
          <a:srcRect l="0" r="0" t="0" b="0"/>
          <a:stretch/>
        </p:blipFill>
        <p:spPr>
          <a:xfrm>
            <a:off x="5577840" y="3911498"/>
            <a:ext cx="2781148" cy="1854098"/>
          </a:xfrm>
          <a:prstGeom prst="rect">
            <a:avLst/>
          </a:prstGeom>
        </p:spPr>
      </p:pic>
      <p:pic>
        <p:nvPicPr>
          <p:cNvPr id="8" name="Image 3" descr="C:\Code\Work\startuplab-partner-presentation\pptx-templates\media\grid-4.jpg">    </p:cNvPr>
          <p:cNvPicPr>
            <a:picLocks noChangeAspect="1"/>
          </p:cNvPicPr>
          <p:nvPr/>
        </p:nvPicPr>
        <p:blipFill>
          <a:blip r:embed="rId4"/>
          <a:srcRect l="0" r="0" t="0" b="0"/>
          <a:stretch/>
        </p:blipFill>
        <p:spPr>
          <a:xfrm>
            <a:off x="8633308" y="3911498"/>
            <a:ext cx="2781148" cy="1854098"/>
          </a:xfrm>
          <a:prstGeom prst="rect">
            <a:avLst/>
          </a:prstGeom>
        </p:spPr>
      </p:pic>
      <p:pic>
        <p:nvPicPr>
          <p:cNvPr id="9" name="Image 4" descr="C:\Code\Work\startuplab-partner-presentation\pptx-templates\media\logo-red.png">    </p:cNvPr>
          <p:cNvPicPr>
            <a:picLocks noChangeAspect="1"/>
          </p:cNvPicPr>
          <p:nvPr/>
        </p:nvPicPr>
        <p:blipFill>
          <a:blip r:embed="rId5"/>
          <a:stretch>
            <a:fillRect/>
          </a:stretch>
        </p:blipFill>
        <p:spPr>
          <a:xfrm>
            <a:off x="777240" y="6035040"/>
            <a:ext cx="84300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VÅRT STANDPUNKT</a:t>
            </a:r>
            <a:endParaRPr lang="en-US" sz="16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pPr indent="0" marL="0">
              <a:lnSpc>
                <a:spcPct val="98000"/>
              </a:lnSpc>
              <a:buNone/>
            </a:pPr>
            <a:r>
              <a:rPr lang="en-US" sz="5200" dirty="0">
                <a:solidFill>
                  <a:srgbClr val="FF3333"/>
                </a:solidFill>
                <a:latin typeface="Replica LL TT Heavy" pitchFamily="34" charset="0"/>
                <a:ea typeface="Replica LL TT Heavy" pitchFamily="34" charset="-122"/>
                <a:cs typeface="Replica LL TT Heavy" pitchFamily="34" charset="-120"/>
              </a:rPr>
              <a:t>selskaper</a:t>
            </a:r>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indent="0" marL="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indent="0" marL="0">
              <a:buNone/>
            </a:pPr>
            <a:r>
              <a:rPr lang="en-US" sz="2200" b="1" dirty="0">
                <a:solidFill>
                  <a:srgbClr val="131415"/>
                </a:solidFill>
                <a:latin typeface="Replica LL TT" pitchFamily="34" charset="0"/>
                <a:ea typeface="Replica LL TT" pitchFamily="34" charset="-122"/>
                <a:cs typeface="Replica LL TT" pitchFamily="34" charset="-120"/>
              </a:rPr>
              <a:t>Navn Navnesen</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Rolle, Selskap</a:t>
            </a:r>
            <a:endParaRPr lang="en-US" sz="2000" dirty="0"/>
          </a:p>
        </p:txBody>
      </p:sp>
      <p:sp>
        <p:nvSpPr>
          <p:cNvPr id="5" name="Shape 3"/>
          <p:cNvSpPr/>
          <p:nvPr/>
        </p:nvSpPr>
        <p:spPr>
          <a:xfrm>
            <a:off x="9128455" y="1874520"/>
            <a:ext cx="2286000" cy="2286000"/>
          </a:xfrm>
          <a:prstGeom prst="ellipse">
            <a:avLst/>
          </a:prstGeom>
          <a:solidFill>
            <a:srgbClr val="E6E9EB"/>
          </a:solidFill>
          <a:ln w="12700">
            <a:solidFill>
              <a:srgbClr val="D2D7DA"/>
            </a:solidFill>
            <a:prstDash val="solid"/>
          </a:ln>
        </p:spPr>
      </p:sp>
      <p:sp>
        <p:nvSpPr>
          <p:cNvPr id="6" name="Text 4"/>
          <p:cNvSpPr/>
          <p:nvPr/>
        </p:nvSpPr>
        <p:spPr>
          <a:xfrm>
            <a:off x="9128455" y="2606040"/>
            <a:ext cx="228600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pic>
        <p:nvPicPr>
          <p:cNvPr id="7"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ÅRET I BILDER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Tre øyeblikk fra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2025</a:t>
            </a:r>
            <a:endParaRPr lang="en-US" sz="4000" dirty="0"/>
          </a:p>
        </p:txBody>
      </p:sp>
      <p:pic>
        <p:nvPicPr>
          <p:cNvPr id="4" name="Image 0" descr="C:\Code\Work\startuplab-partner-presentation\pptx-templates\media\row-1.jpg">    </p:cNvPr>
          <p:cNvPicPr>
            <a:picLocks noChangeAspect="1"/>
          </p:cNvPicPr>
          <p:nvPr/>
        </p:nvPicPr>
        <p:blipFill>
          <a:blip r:embed="rId1"/>
          <a:srcRect l="0" r="0" t="0" b="0"/>
          <a:stretch/>
        </p:blipFill>
        <p:spPr>
          <a:xfrm>
            <a:off x="777240" y="2240280"/>
            <a:ext cx="3301898" cy="2201266"/>
          </a:xfrm>
          <a:prstGeom prst="rect">
            <a:avLst/>
          </a:prstGeom>
        </p:spPr>
      </p:pic>
      <p:sp>
        <p:nvSpPr>
          <p:cNvPr id="5" name="Text 2"/>
          <p:cNvSpPr/>
          <p:nvPr/>
        </p:nvSpPr>
        <p:spPr>
          <a:xfrm>
            <a:off x="777240"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Fullt hus</a:t>
            </a:r>
            <a:endParaRPr lang="en-US" sz="2000" dirty="0"/>
          </a:p>
        </p:txBody>
      </p:sp>
      <p:sp>
        <p:nvSpPr>
          <p:cNvPr id="6" name="Text 3"/>
          <p:cNvSpPr/>
          <p:nvPr/>
        </p:nvSpPr>
        <p:spPr>
          <a:xfrm>
            <a:off x="777240"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Over 400 deltakere på Demo Day i Forskningsparken.</a:t>
            </a:r>
            <a:endParaRPr lang="en-US" sz="1800" dirty="0"/>
          </a:p>
        </p:txBody>
      </p:sp>
      <p:pic>
        <p:nvPicPr>
          <p:cNvPr id="7" name="Image 1" descr="C:\Code\Work\startuplab-partner-presentation\pptx-templates\media\row-2.jpg">    </p:cNvPr>
          <p:cNvPicPr>
            <a:picLocks noChangeAspect="1"/>
          </p:cNvPicPr>
          <p:nvPr/>
        </p:nvPicPr>
        <p:blipFill>
          <a:blip r:embed="rId2"/>
          <a:srcRect l="0" r="0" t="0" b="0"/>
          <a:stretch/>
        </p:blipFill>
        <p:spPr>
          <a:xfrm>
            <a:off x="4444898" y="2240280"/>
            <a:ext cx="3301898" cy="2201266"/>
          </a:xfrm>
          <a:prstGeom prst="rect">
            <a:avLst/>
          </a:prstGeom>
        </p:spPr>
      </p:pic>
      <p:sp>
        <p:nvSpPr>
          <p:cNvPr id="8" name="Text 4"/>
          <p:cNvSpPr/>
          <p:nvPr/>
        </p:nvSpPr>
        <p:spPr>
          <a:xfrm>
            <a:off x="4444898"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Nye koblinger</a:t>
            </a:r>
            <a:endParaRPr lang="en-US" sz="2000" dirty="0"/>
          </a:p>
        </p:txBody>
      </p:sp>
      <p:sp>
        <p:nvSpPr>
          <p:cNvPr id="9" name="Text 5"/>
          <p:cNvSpPr/>
          <p:nvPr/>
        </p:nvSpPr>
        <p:spPr>
          <a:xfrm>
            <a:off x="4444898"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Partnere og gründere møttes på tolv matchmaking-runder.</a:t>
            </a:r>
            <a:endParaRPr lang="en-US" sz="1800" dirty="0"/>
          </a:p>
        </p:txBody>
      </p:sp>
      <p:pic>
        <p:nvPicPr>
          <p:cNvPr id="10" name="Image 2" descr="C:\Code\Work\startuplab-partner-presentation\pptx-templates\media\row-3.jpg">    </p:cNvPr>
          <p:cNvPicPr>
            <a:picLocks noChangeAspect="1"/>
          </p:cNvPicPr>
          <p:nvPr/>
        </p:nvPicPr>
        <p:blipFill>
          <a:blip r:embed="rId3"/>
          <a:srcRect l="0" r="0" t="0" b="0"/>
          <a:stretch/>
        </p:blipFill>
        <p:spPr>
          <a:xfrm>
            <a:off x="8112557" y="2240280"/>
            <a:ext cx="3301898" cy="2201266"/>
          </a:xfrm>
          <a:prstGeom prst="rect">
            <a:avLst/>
          </a:prstGeom>
        </p:spPr>
      </p:pic>
      <p:sp>
        <p:nvSpPr>
          <p:cNvPr id="11" name="Text 6"/>
          <p:cNvSpPr/>
          <p:nvPr/>
        </p:nvSpPr>
        <p:spPr>
          <a:xfrm>
            <a:off x="8112557"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Ut i felt</a:t>
            </a:r>
            <a:endParaRPr lang="en-US" sz="2000" dirty="0"/>
          </a:p>
        </p:txBody>
      </p:sp>
      <p:sp>
        <p:nvSpPr>
          <p:cNvPr id="12" name="Text 7"/>
          <p:cNvSpPr/>
          <p:nvPr/>
        </p:nvSpPr>
        <p:spPr>
          <a:xfrm>
            <a:off x="8112557"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Befaring med partnerne i Energy-programmet.</a:t>
            </a:r>
            <a:endParaRPr lang="en-US" sz="1800" dirty="0"/>
          </a:p>
        </p:txBody>
      </p:sp>
      <p:pic>
        <p:nvPicPr>
          <p:cNvPr id="13" name="Image 3" descr="C:\Code\Work\startuplab-partner-presentation\pptx-templates\media\logo-white.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SLIK GÅR VI FREM</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indent="0" marL="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r>
          <p:cNvPicPr>
            <a:picLocks noChangeAspect="1"/>
          </p:cNvPicPr>
          <p:nvPr/>
        </p:nvPicPr>
        <p:blipFill>
          <a:blip r:embed="rId1"/>
          <a:srcRect l="0" r="0" t="0" b="0"/>
          <a:stretch/>
        </p:blipFill>
        <p:spPr>
          <a:xfrm>
            <a:off x="777240" y="2286000"/>
            <a:ext cx="2240280" cy="2240280"/>
          </a:xfrm>
          <a:prstGeom prst="ellipse">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jpg">    </p:cNvPr>
          <p:cNvPicPr>
            <a:picLocks noChangeAspect="1"/>
          </p:cNvPicPr>
          <p:nvPr/>
        </p:nvPicPr>
        <p:blipFill>
          <a:blip r:embed="rId2"/>
          <a:srcRect l="0" r="0" t="0" b="0"/>
          <a:stretch/>
        </p:blipFill>
        <p:spPr>
          <a:xfrm>
            <a:off x="3576218" y="2286000"/>
            <a:ext cx="2240280" cy="2240280"/>
          </a:xfrm>
          <a:prstGeom prst="ellipse">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jpg">    </p:cNvPr>
          <p:cNvPicPr>
            <a:picLocks noChangeAspect="1"/>
          </p:cNvPicPr>
          <p:nvPr/>
        </p:nvPicPr>
        <p:blipFill>
          <a:blip r:embed="rId3"/>
          <a:srcRect l="0" r="0" t="0" b="0"/>
          <a:stretch/>
        </p:blipFill>
        <p:spPr>
          <a:xfrm>
            <a:off x="6375197" y="2286000"/>
            <a:ext cx="2240280" cy="2240280"/>
          </a:xfrm>
          <a:prstGeom prst="ellipse">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ellipse">
            <a:avLst/>
          </a:prstGeom>
          <a:solidFill>
            <a:srgbClr val="F0F0F0"/>
          </a:solidFill>
          <a:ln w="12700">
            <a:solidFill>
              <a:srgbClr val="D8DCDF"/>
            </a:solidFill>
            <a:prstDash val="solid"/>
          </a:ln>
        </p:spPr>
      </p:sp>
      <p:sp>
        <p:nvSpPr>
          <p:cNvPr id="14" name="Text 9"/>
          <p:cNvSpPr/>
          <p:nvPr/>
        </p:nvSpPr>
        <p:spPr>
          <a:xfrm>
            <a:off x="9174175" y="2994660"/>
            <a:ext cx="224028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141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sp>
      <p:sp>
        <p:nvSpPr>
          <p:cNvPr id="3" name="Shape 1"/>
          <p:cNvSpPr/>
          <p:nvPr/>
        </p:nvSpPr>
        <p:spPr>
          <a:xfrm>
            <a:off x="5592928" y="2926080"/>
            <a:ext cx="1005840" cy="1005840"/>
          </a:xfrm>
          <a:prstGeom prst="ellipse">
            <a:avLst/>
          </a:prstGeom>
          <a:solidFill>
            <a:srgbClr val="FF3333"/>
          </a:solidFill>
          <a:ln/>
        </p:spPr>
      </p:sp>
      <p:sp>
        <p:nvSpPr>
          <p:cNvPr id="4" name="Shape 2"/>
          <p:cNvSpPr/>
          <p:nvPr/>
        </p:nvSpPr>
        <p:spPr>
          <a:xfrm rot="5400000">
            <a:off x="5940400" y="3218688"/>
            <a:ext cx="384048" cy="420624"/>
          </a:xfrm>
          <a:prstGeom prst="triangle">
            <a:avLst/>
          </a:prstGeom>
          <a:solidFill>
            <a:srgbClr val="FFFFFF"/>
          </a:solidFill>
          <a:ln/>
        </p:spPr>
      </p:sp>
      <p:sp>
        <p:nvSpPr>
          <p:cNvPr id="5" name="Text 3"/>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SE FILMEN</a:t>
            </a:r>
            <a:endParaRPr lang="en-US" sz="16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indent="0" marL="0">
              <a:buNone/>
            </a:pPr>
            <a:r>
              <a:rPr lang="en-US" sz="4000" b="1" dirty="0">
                <a:solidFill>
                  <a:srgbClr val="FFFFFF"/>
                </a:solidFill>
                <a:latin typeface="Replica LL TT" pitchFamily="34" charset="0"/>
                <a:ea typeface="Replica LL TT" pitchFamily="34" charset="-122"/>
                <a:cs typeface="Replica LL TT" pitchFamily="34" charset="-120"/>
              </a:rPr>
              <a:t>Året i </a:t>
            </a:r>
            <a:pPr indent="0" marL="0">
              <a:buNone/>
            </a:pP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3333"/>
        </a:solidFill>
      </p:bgPr>
    </p:bg>
    <p:spTree>
      <p:nvGrpSpPr>
        <p:cNvPr id="1" name=""/>
        <p:cNvGrpSpPr/>
        <p:nvPr/>
      </p:nvGrpSpPr>
      <p:grpSpPr>
        <a:xfrm>
          <a:off x="0" y="0"/>
          <a:ext cx="0" cy="0"/>
          <a:chOff x="0" y="0"/>
          <a:chExt cx="0" cy="0"/>
        </a:xfrm>
      </p:grpSpPr>
      <p:pic>
        <p:nvPicPr>
          <p:cNvPr id="2" name="Image 0" descr="C:\Code\Work\startuplab-partner-presentation\pptx-templates\media\logo-white.png">    </p:cNvPr>
          <p:cNvPicPr>
            <a:picLocks noChangeAspect="1"/>
          </p:cNvPicPr>
          <p:nvPr/>
        </p:nvPicPr>
        <p:blipFill>
          <a:blip r:embed="rId1"/>
          <a:stretch>
            <a:fillRect/>
          </a:stretch>
        </p:blipFill>
        <p:spPr>
          <a:xfrm>
            <a:off x="777240" y="2057400"/>
            <a:ext cx="5303520" cy="1955908"/>
          </a:xfrm>
          <a:prstGeom prst="rect">
            <a:avLst/>
          </a:prstGeom>
        </p:spPr>
      </p:pic>
      <p:sp>
        <p:nvSpPr>
          <p:cNvPr id="3" name="Text 0"/>
          <p:cNvSpPr/>
          <p:nvPr/>
        </p:nvSpPr>
        <p:spPr>
          <a:xfrm>
            <a:off x="777240" y="4224528"/>
            <a:ext cx="10058400" cy="640080"/>
          </a:xfrm>
          <a:prstGeom prst="rect">
            <a:avLst/>
          </a:prstGeom>
          <a:noFill/>
          <a:ln/>
        </p:spPr>
        <p:txBody>
          <a:bodyPr wrap="square" lIns="0" tIns="0" rIns="0" bIns="0" rtlCol="0" anchor="ctr"/>
          <a:lstStyle/>
          <a:p>
            <a:pPr indent="0" marL="0">
              <a:buNone/>
            </a:pPr>
            <a:r>
              <a:rPr lang="en-US" sz="3200" dirty="0">
                <a:solidFill>
                  <a:srgbClr val="FFFFFF"/>
                </a:solidFill>
                <a:latin typeface="Replica LL TT" pitchFamily="34" charset="0"/>
                <a:ea typeface="Replica LL TT" pitchFamily="34" charset="-122"/>
                <a:cs typeface="Replica LL TT" pitchFamily="34" charset="-120"/>
              </a:rPr>
              <a:t>Empowering Tech Founders to Go Further</a:t>
            </a:r>
            <a:endParaRPr lang="en-US" sz="3200" dirty="0"/>
          </a:p>
        </p:txBody>
      </p:sp>
      <p:sp>
        <p:nvSpPr>
          <p:cNvPr id="4" name="Text 1"/>
          <p:cNvSpPr/>
          <p:nvPr/>
        </p:nvSpPr>
        <p:spPr>
          <a:xfrm>
            <a:off x="777240" y="5029200"/>
            <a:ext cx="9144000" cy="457200"/>
          </a:xfrm>
          <a:prstGeom prst="rect">
            <a:avLst/>
          </a:prstGeom>
          <a:noFill/>
          <a:ln/>
        </p:spPr>
        <p:txBody>
          <a:bodyPr wrap="square" lIns="0" tIns="0" rIns="0" bIns="0" rtlCol="0" anchor="ctr"/>
          <a:lstStyle/>
          <a:p>
            <a:pPr indent="0" marL="0">
              <a:buNone/>
            </a:pPr>
            <a:r>
              <a:rPr lang="en-US" sz="2200" dirty="0">
                <a:solidFill>
                  <a:srgbClr val="FFFFFF"/>
                </a:solidFill>
                <a:latin typeface="Inter" pitchFamily="34" charset="0"/>
                <a:ea typeface="Inter" pitchFamily="34" charset="-122"/>
                <a:cs typeface="Inter" pitchFamily="34" charset="-120"/>
              </a:rPr>
              <a:t>startuplab.no</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Startuplab</cp:lastModifiedBy>
  <cp:revision>1</cp:revision>
  <dcterms:created xsi:type="dcterms:W3CDTF">2026-08-20T06:25:48Z</dcterms:created>
  <dcterms:modified xsi:type="dcterms:W3CDTF">2026-08-20T06:25:48Z</dcterms:modified>
</cp:coreProperties>
</file>