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PUNKTGRID MED FIRE, oppsett én rad. Kolonnene er smale, så hold beskrivelsen til to eller tre korte linjer. Trenger du seks punkter, bruk malen «seks konkrete leveranser» i stedet.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PUNKTGRID MED FIRE, oppsett 2x2. Brede kolonner gir plass til to fulle linjer per punkt. Bruk dette oppsettet når beskrivelsene er lengre enn én setning. Trenger du seks punkter, bruk malen «seks konkrete leveranser» i stedet.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180" kern="0" dirty="0">
                <a:solidFill>
                  <a:srgbClr val="FF3333"/>
                </a:solidFill>
                <a:latin typeface="Inter" pitchFamily="34" charset="0"/>
                <a:ea typeface="Inter" pitchFamily="34" charset="-122"/>
                <a:cs typeface="Inter" pitchFamily="34" charset="-120"/>
              </a:rPr>
              <a:t>HVA PARTNERSKAPET GIR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Fire konkrete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leveranser</a:t>
            </a:r>
            <a:endParaRPr lang="en-US" sz="4000" dirty="0"/>
          </a:p>
        </p:txBody>
      </p:sp>
      <p:sp>
        <p:nvSpPr>
          <p:cNvPr id="4" name="Text 2"/>
          <p:cNvSpPr/>
          <p:nvPr/>
        </p:nvSpPr>
        <p:spPr>
          <a:xfrm>
            <a:off x="777240" y="2606040"/>
            <a:ext cx="2282114" cy="420624"/>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01</a:t>
            </a:r>
            <a:endParaRPr lang="en-US" sz="2800" dirty="0"/>
          </a:p>
        </p:txBody>
      </p:sp>
      <p:sp>
        <p:nvSpPr>
          <p:cNvPr id="5" name="Text 3"/>
          <p:cNvSpPr/>
          <p:nvPr/>
        </p:nvSpPr>
        <p:spPr>
          <a:xfrm>
            <a:off x="777240" y="3063240"/>
            <a:ext cx="228211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Matchmaking</a:t>
            </a:r>
            <a:endParaRPr lang="en-US" sz="2500" dirty="0"/>
          </a:p>
        </p:txBody>
      </p:sp>
      <p:sp>
        <p:nvSpPr>
          <p:cNvPr id="6" name="Text 4"/>
          <p:cNvSpPr/>
          <p:nvPr/>
        </p:nvSpPr>
        <p:spPr>
          <a:xfrm>
            <a:off x="777240" y="3557016"/>
            <a:ext cx="2282114" cy="1097280"/>
          </a:xfrm>
          <a:prstGeom prst="rect">
            <a:avLst/>
          </a:prstGeom>
          <a:noFill/>
          <a:ln/>
        </p:spPr>
        <p:txBody>
          <a:bodyPr wrap="square" lIns="0" tIns="0" rIns="0" bIns="0" rtlCol="0" anchor="t"/>
          <a:lstStyle/>
          <a:p>
            <a:pPr indent="0" marL="0">
              <a:lnSpc>
                <a:spcPct val="130000"/>
              </a:lnSpc>
              <a:buNone/>
            </a:pPr>
            <a:r>
              <a:rPr lang="en-US" sz="1900" dirty="0">
                <a:solidFill>
                  <a:srgbClr val="5A6166"/>
                </a:solidFill>
                <a:latin typeface="Inter" pitchFamily="34" charset="0"/>
                <a:ea typeface="Inter" pitchFamily="34" charset="-122"/>
                <a:cs typeface="Inter" pitchFamily="34" charset="-120"/>
              </a:rPr>
              <a:t>Kuraterte møter med selskaper som treffer utfordringen din.</a:t>
            </a:r>
            <a:endParaRPr lang="en-US" sz="1900" dirty="0"/>
          </a:p>
        </p:txBody>
      </p:sp>
      <p:sp>
        <p:nvSpPr>
          <p:cNvPr id="7" name="Text 5"/>
          <p:cNvSpPr/>
          <p:nvPr/>
        </p:nvSpPr>
        <p:spPr>
          <a:xfrm>
            <a:off x="3562274" y="2606040"/>
            <a:ext cx="2282114" cy="420624"/>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02</a:t>
            </a:r>
            <a:endParaRPr lang="en-US" sz="2800" dirty="0"/>
          </a:p>
        </p:txBody>
      </p:sp>
      <p:sp>
        <p:nvSpPr>
          <p:cNvPr id="8" name="Text 6"/>
          <p:cNvSpPr/>
          <p:nvPr/>
        </p:nvSpPr>
        <p:spPr>
          <a:xfrm>
            <a:off x="3562274" y="3063240"/>
            <a:ext cx="228211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Pilotstøtte</a:t>
            </a:r>
            <a:endParaRPr lang="en-US" sz="2500" dirty="0"/>
          </a:p>
        </p:txBody>
      </p:sp>
      <p:sp>
        <p:nvSpPr>
          <p:cNvPr id="9" name="Text 7"/>
          <p:cNvSpPr/>
          <p:nvPr/>
        </p:nvSpPr>
        <p:spPr>
          <a:xfrm>
            <a:off x="3562274" y="3557016"/>
            <a:ext cx="2282114" cy="1097280"/>
          </a:xfrm>
          <a:prstGeom prst="rect">
            <a:avLst/>
          </a:prstGeom>
          <a:noFill/>
          <a:ln/>
        </p:spPr>
        <p:txBody>
          <a:bodyPr wrap="square" lIns="0" tIns="0" rIns="0" bIns="0" rtlCol="0" anchor="t"/>
          <a:lstStyle/>
          <a:p>
            <a:pPr indent="0" marL="0">
              <a:lnSpc>
                <a:spcPct val="130000"/>
              </a:lnSpc>
              <a:buNone/>
            </a:pPr>
            <a:r>
              <a:rPr lang="en-US" sz="1900" dirty="0">
                <a:solidFill>
                  <a:srgbClr val="5A6166"/>
                </a:solidFill>
                <a:latin typeface="Inter" pitchFamily="34" charset="0"/>
                <a:ea typeface="Inter" pitchFamily="34" charset="-122"/>
                <a:cs typeface="Inter" pitchFamily="34" charset="-120"/>
              </a:rPr>
              <a:t>Vi rigger og følger opp piloten til evaluering.</a:t>
            </a:r>
            <a:endParaRPr lang="en-US" sz="1900" dirty="0"/>
          </a:p>
        </p:txBody>
      </p:sp>
      <p:sp>
        <p:nvSpPr>
          <p:cNvPr id="10" name="Text 8"/>
          <p:cNvSpPr/>
          <p:nvPr/>
        </p:nvSpPr>
        <p:spPr>
          <a:xfrm>
            <a:off x="6347308" y="2606040"/>
            <a:ext cx="2282114" cy="420624"/>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03</a:t>
            </a:r>
            <a:endParaRPr lang="en-US" sz="2800" dirty="0"/>
          </a:p>
        </p:txBody>
      </p:sp>
      <p:sp>
        <p:nvSpPr>
          <p:cNvPr id="11" name="Text 9"/>
          <p:cNvSpPr/>
          <p:nvPr/>
        </p:nvSpPr>
        <p:spPr>
          <a:xfrm>
            <a:off x="6347308" y="3063240"/>
            <a:ext cx="228211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Nettverk</a:t>
            </a:r>
            <a:endParaRPr lang="en-US" sz="2500" dirty="0"/>
          </a:p>
        </p:txBody>
      </p:sp>
      <p:sp>
        <p:nvSpPr>
          <p:cNvPr id="12" name="Text 10"/>
          <p:cNvSpPr/>
          <p:nvPr/>
        </p:nvSpPr>
        <p:spPr>
          <a:xfrm>
            <a:off x="6347308" y="3557016"/>
            <a:ext cx="2282114" cy="1097280"/>
          </a:xfrm>
          <a:prstGeom prst="rect">
            <a:avLst/>
          </a:prstGeom>
          <a:noFill/>
          <a:ln/>
        </p:spPr>
        <p:txBody>
          <a:bodyPr wrap="square" lIns="0" tIns="0" rIns="0" bIns="0" rtlCol="0" anchor="t"/>
          <a:lstStyle/>
          <a:p>
            <a:pPr indent="0" marL="0">
              <a:lnSpc>
                <a:spcPct val="130000"/>
              </a:lnSpc>
              <a:buNone/>
            </a:pPr>
            <a:r>
              <a:rPr lang="en-US" sz="1900" dirty="0">
                <a:solidFill>
                  <a:srgbClr val="5A6166"/>
                </a:solidFill>
                <a:latin typeface="Inter" pitchFamily="34" charset="0"/>
                <a:ea typeface="Inter" pitchFamily="34" charset="-122"/>
                <a:cs typeface="Inter" pitchFamily="34" charset="-120"/>
              </a:rPr>
              <a:t>Tilgang til 4 000+ gründere og fagmiljøer.</a:t>
            </a:r>
            <a:endParaRPr lang="en-US" sz="1900" dirty="0"/>
          </a:p>
        </p:txBody>
      </p:sp>
      <p:sp>
        <p:nvSpPr>
          <p:cNvPr id="13" name="Text 11"/>
          <p:cNvSpPr/>
          <p:nvPr/>
        </p:nvSpPr>
        <p:spPr>
          <a:xfrm>
            <a:off x="9132341" y="2606040"/>
            <a:ext cx="2282114" cy="420624"/>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04</a:t>
            </a:r>
            <a:endParaRPr lang="en-US" sz="2800" dirty="0"/>
          </a:p>
        </p:txBody>
      </p:sp>
      <p:sp>
        <p:nvSpPr>
          <p:cNvPr id="14" name="Text 12"/>
          <p:cNvSpPr/>
          <p:nvPr/>
        </p:nvSpPr>
        <p:spPr>
          <a:xfrm>
            <a:off x="9132341" y="3063240"/>
            <a:ext cx="228211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Kompetanse</a:t>
            </a:r>
            <a:endParaRPr lang="en-US" sz="2500" dirty="0"/>
          </a:p>
        </p:txBody>
      </p:sp>
      <p:sp>
        <p:nvSpPr>
          <p:cNvPr id="15" name="Text 13"/>
          <p:cNvSpPr/>
          <p:nvPr/>
        </p:nvSpPr>
        <p:spPr>
          <a:xfrm>
            <a:off x="9132341" y="3557016"/>
            <a:ext cx="2282114" cy="1097280"/>
          </a:xfrm>
          <a:prstGeom prst="rect">
            <a:avLst/>
          </a:prstGeom>
          <a:noFill/>
          <a:ln/>
        </p:spPr>
        <p:txBody>
          <a:bodyPr wrap="square" lIns="0" tIns="0" rIns="0" bIns="0" rtlCol="0" anchor="t"/>
          <a:lstStyle/>
          <a:p>
            <a:pPr indent="0" marL="0">
              <a:lnSpc>
                <a:spcPct val="130000"/>
              </a:lnSpc>
              <a:buNone/>
            </a:pPr>
            <a:r>
              <a:rPr lang="en-US" sz="1900" dirty="0">
                <a:solidFill>
                  <a:srgbClr val="5A6166"/>
                </a:solidFill>
                <a:latin typeface="Inter" pitchFamily="34" charset="0"/>
                <a:ea typeface="Inter" pitchFamily="34" charset="-122"/>
                <a:cs typeface="Inter" pitchFamily="34" charset="-120"/>
              </a:rPr>
              <a:t>Workshops og kurs for teamene deres.</a:t>
            </a:r>
            <a:endParaRPr lang="en-US" sz="1900" dirty="0"/>
          </a:p>
        </p:txBody>
      </p:sp>
      <p:pic>
        <p:nvPicPr>
          <p:cNvPr id="16"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180" kern="0" dirty="0">
                <a:solidFill>
                  <a:srgbClr val="FF3333"/>
                </a:solidFill>
                <a:latin typeface="Inter" pitchFamily="34" charset="0"/>
                <a:ea typeface="Inter" pitchFamily="34" charset="-122"/>
                <a:cs typeface="Inter" pitchFamily="34" charset="-120"/>
              </a:rPr>
              <a:t>HVA PARTNERSKAPET GIR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Fire konkrete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leveranser</a:t>
            </a:r>
            <a:endParaRPr lang="en-US" sz="4000" dirty="0"/>
          </a:p>
        </p:txBody>
      </p:sp>
      <p:sp>
        <p:nvSpPr>
          <p:cNvPr id="4" name="Text 2"/>
          <p:cNvSpPr/>
          <p:nvPr/>
        </p:nvSpPr>
        <p:spPr>
          <a:xfrm>
            <a:off x="777240" y="2423160"/>
            <a:ext cx="4975708" cy="420624"/>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01</a:t>
            </a:r>
            <a:endParaRPr lang="en-US" sz="2200" dirty="0"/>
          </a:p>
        </p:txBody>
      </p:sp>
      <p:sp>
        <p:nvSpPr>
          <p:cNvPr id="5" name="Text 3"/>
          <p:cNvSpPr/>
          <p:nvPr/>
        </p:nvSpPr>
        <p:spPr>
          <a:xfrm>
            <a:off x="777240" y="2880360"/>
            <a:ext cx="4975708" cy="457200"/>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Matchmaking</a:t>
            </a:r>
            <a:endParaRPr lang="en-US" sz="2300" dirty="0"/>
          </a:p>
        </p:txBody>
      </p:sp>
      <p:sp>
        <p:nvSpPr>
          <p:cNvPr id="6" name="Text 4"/>
          <p:cNvSpPr/>
          <p:nvPr/>
        </p:nvSpPr>
        <p:spPr>
          <a:xfrm>
            <a:off x="777240" y="3374136"/>
            <a:ext cx="4975708" cy="109728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Kuraterte møter med selskaper som treffer utfordringen din.</a:t>
            </a:r>
            <a:endParaRPr lang="en-US" sz="1800" dirty="0"/>
          </a:p>
        </p:txBody>
      </p:sp>
      <p:sp>
        <p:nvSpPr>
          <p:cNvPr id="7" name="Text 5"/>
          <p:cNvSpPr/>
          <p:nvPr/>
        </p:nvSpPr>
        <p:spPr>
          <a:xfrm>
            <a:off x="6438748" y="2423160"/>
            <a:ext cx="4975708" cy="420624"/>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02</a:t>
            </a:r>
            <a:endParaRPr lang="en-US" sz="2200" dirty="0"/>
          </a:p>
        </p:txBody>
      </p:sp>
      <p:sp>
        <p:nvSpPr>
          <p:cNvPr id="8" name="Text 6"/>
          <p:cNvSpPr/>
          <p:nvPr/>
        </p:nvSpPr>
        <p:spPr>
          <a:xfrm>
            <a:off x="6438748" y="2880360"/>
            <a:ext cx="4975708" cy="457200"/>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Pilotstøtte</a:t>
            </a:r>
            <a:endParaRPr lang="en-US" sz="2300" dirty="0"/>
          </a:p>
        </p:txBody>
      </p:sp>
      <p:sp>
        <p:nvSpPr>
          <p:cNvPr id="9" name="Text 7"/>
          <p:cNvSpPr/>
          <p:nvPr/>
        </p:nvSpPr>
        <p:spPr>
          <a:xfrm>
            <a:off x="6438748" y="3374136"/>
            <a:ext cx="4975708" cy="109728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rigger og følger opp piloten til evaluering.</a:t>
            </a:r>
            <a:endParaRPr lang="en-US" sz="1800" dirty="0"/>
          </a:p>
        </p:txBody>
      </p:sp>
      <p:sp>
        <p:nvSpPr>
          <p:cNvPr id="10" name="Text 8"/>
          <p:cNvSpPr/>
          <p:nvPr/>
        </p:nvSpPr>
        <p:spPr>
          <a:xfrm>
            <a:off x="777240" y="4251960"/>
            <a:ext cx="4975708" cy="420624"/>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03</a:t>
            </a:r>
            <a:endParaRPr lang="en-US" sz="2200" dirty="0"/>
          </a:p>
        </p:txBody>
      </p:sp>
      <p:sp>
        <p:nvSpPr>
          <p:cNvPr id="11" name="Text 9"/>
          <p:cNvSpPr/>
          <p:nvPr/>
        </p:nvSpPr>
        <p:spPr>
          <a:xfrm>
            <a:off x="777240" y="4709160"/>
            <a:ext cx="4975708" cy="457200"/>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Nettverk</a:t>
            </a:r>
            <a:endParaRPr lang="en-US" sz="2300" dirty="0"/>
          </a:p>
        </p:txBody>
      </p:sp>
      <p:sp>
        <p:nvSpPr>
          <p:cNvPr id="12" name="Text 10"/>
          <p:cNvSpPr/>
          <p:nvPr/>
        </p:nvSpPr>
        <p:spPr>
          <a:xfrm>
            <a:off x="777240" y="5202936"/>
            <a:ext cx="4975708" cy="109728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Tilgang til 4 000+ gründere og fagmiljøer.</a:t>
            </a:r>
            <a:endParaRPr lang="en-US" sz="1800" dirty="0"/>
          </a:p>
        </p:txBody>
      </p:sp>
      <p:sp>
        <p:nvSpPr>
          <p:cNvPr id="13" name="Text 11"/>
          <p:cNvSpPr/>
          <p:nvPr/>
        </p:nvSpPr>
        <p:spPr>
          <a:xfrm>
            <a:off x="6438748" y="4251960"/>
            <a:ext cx="4975708" cy="420624"/>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04</a:t>
            </a:r>
            <a:endParaRPr lang="en-US" sz="2200" dirty="0"/>
          </a:p>
        </p:txBody>
      </p:sp>
      <p:sp>
        <p:nvSpPr>
          <p:cNvPr id="14" name="Text 12"/>
          <p:cNvSpPr/>
          <p:nvPr/>
        </p:nvSpPr>
        <p:spPr>
          <a:xfrm>
            <a:off x="6438748" y="4709160"/>
            <a:ext cx="4975708" cy="457200"/>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Kompetanse</a:t>
            </a:r>
            <a:endParaRPr lang="en-US" sz="2300" dirty="0"/>
          </a:p>
        </p:txBody>
      </p:sp>
      <p:sp>
        <p:nvSpPr>
          <p:cNvPr id="15" name="Text 13"/>
          <p:cNvSpPr/>
          <p:nvPr/>
        </p:nvSpPr>
        <p:spPr>
          <a:xfrm>
            <a:off x="6438748" y="5202936"/>
            <a:ext cx="4975708" cy="109728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Workshops og kurs for teamene deres.</a:t>
            </a:r>
            <a:endParaRPr lang="en-US" sz="1800" dirty="0"/>
          </a:p>
        </p:txBody>
      </p:sp>
      <p:pic>
        <p:nvPicPr>
          <p:cNvPr id="16"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Startuplab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Startuplab</dc:creator>
  <cp:lastModifiedBy>Startuplab</cp:lastModifiedBy>
  <cp:revision>1</cp:revision>
  <dcterms:created xsi:type="dcterms:W3CDTF">2026-08-20T08:33:28Z</dcterms:created>
  <dcterms:modified xsi:type="dcterms:W3CDTF">2026-08-20T08:33:28Z</dcterms:modified>
</cp:coreProperties>
</file>