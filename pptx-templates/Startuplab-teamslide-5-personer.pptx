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FOLK, FEM PÅ RAD. Bytt portrett: høyreklikk &gt; Endre bilde, den avrundede formen følger med. Hold rollene korte: kolonnene er smalere enn på fire-på-rad, og en lang rolle brekker til tre linjer. formen følger med. De to grå plassene er ledige. Trenger du seks, blir bildene for små på denne bredden: bruk to rader på tre i stedet. Sjekk at rollene stemmer før du presenterer.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80" kern="0" dirty="0">
                <a:solidFill>
                  <a:srgbClr val="FF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Folkene du kommer til å </a:t>
            </a:r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3333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jobbe med</a:t>
            </a:r>
            <a:endParaRPr lang="en-US" sz="4000" dirty="0"/>
          </a:p>
        </p:txBody>
      </p:sp>
      <p:pic>
        <p:nvPicPr>
          <p:cNvPr id="4" name="Image 0" descr="C:\Code\Work\startuplab-partner-presentation\pptx-templates\media\portrait5-1-r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1834835" cy="1834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4303715"/>
            <a:ext cx="18348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Christina Wiig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30936" y="4651187"/>
            <a:ext cx="21274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Corporate Partnerships</a:t>
            </a:r>
            <a:endParaRPr lang="en-US" sz="1800" dirty="0"/>
          </a:p>
        </p:txBody>
      </p:sp>
      <p:pic>
        <p:nvPicPr>
          <p:cNvPr id="7" name="Image 1" descr="C:\Code\Work\startuplab-partner-presentation\pptx-templates\media\portrait5-2-r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835" y="2286000"/>
            <a:ext cx="1834835" cy="18348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77835" y="4303715"/>
            <a:ext cx="18348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Anniken Holst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831531" y="4651187"/>
            <a:ext cx="21274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Manager</a:t>
            </a:r>
            <a:endParaRPr lang="en-US" sz="1800" dirty="0"/>
          </a:p>
        </p:txBody>
      </p:sp>
      <p:pic>
        <p:nvPicPr>
          <p:cNvPr id="10" name="Image 2" descr="C:\Code\Work\startuplab-partner-presentation\pptx-templates\media\portrait5-3-r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430" y="2286000"/>
            <a:ext cx="1834835" cy="18348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78430" y="4303715"/>
            <a:ext cx="18348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Ola Jacobsen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5032126" y="4651187"/>
            <a:ext cx="21274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Manager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7379025" y="2286000"/>
            <a:ext cx="1834835" cy="1834835"/>
          </a:xfrm>
          <a:prstGeom prst="roundRect">
            <a:avLst>
              <a:gd name="adj" fmla="val 6457"/>
            </a:avLst>
          </a:prstGeom>
          <a:solidFill>
            <a:srgbClr val="F0F0F0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379025" y="2791938"/>
            <a:ext cx="18348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6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 inn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6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portrett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7379025" y="4303715"/>
            <a:ext cx="18348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Navn Navnesen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7232721" y="4651187"/>
            <a:ext cx="21274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Rolle her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9579620" y="2286000"/>
            <a:ext cx="1834835" cy="1834835"/>
          </a:xfrm>
          <a:prstGeom prst="roundRect">
            <a:avLst>
              <a:gd name="adj" fmla="val 6457"/>
            </a:avLst>
          </a:prstGeom>
          <a:solidFill>
            <a:srgbClr val="F0F0F0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579620" y="2791938"/>
            <a:ext cx="18348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6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 inn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6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portrett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579620" y="4303715"/>
            <a:ext cx="18348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415"/>
                </a:solidFill>
                <a:latin typeface="Replica LL TT" pitchFamily="34" charset="0"/>
                <a:ea typeface="Replica LL TT" pitchFamily="34" charset="-122"/>
                <a:cs typeface="Replica LL TT" pitchFamily="34" charset="-120"/>
              </a:rPr>
              <a:t>Navn Navnesen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9433316" y="4651187"/>
            <a:ext cx="21274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A6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Rolle her</a:t>
            </a:r>
            <a:endParaRPr lang="en-US" sz="1800" dirty="0"/>
          </a:p>
        </p:txBody>
      </p:sp>
      <p:pic>
        <p:nvPicPr>
          <p:cNvPr id="21" name="Image 3" descr="C:\Code\Work\startuplab-partner-presentation\pptx-templates\media\logo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035040"/>
            <a:ext cx="843006" cy="310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Startuplab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Startuplab</dc:creator>
  <cp:lastModifiedBy>Startuplab</cp:lastModifiedBy>
  <cp:revision>1</cp:revision>
  <dcterms:created xsi:type="dcterms:W3CDTF">2026-08-20T07:15:15Z</dcterms:created>
  <dcterms:modified xsi:type="dcterms:W3CDTF">2026-08-20T07:15:15Z</dcterms:modified>
</cp:coreProperties>
</file>