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RUTENETT MED STØRRE BILDER, variant A. Bildene stopper på høyremargen, som resten av settet. Plassen er tatt fra tekstkolonnen, så hold teksten kort: tittelen tåler to linjer og brødteksten tre. Bytt bilde: høyreklikk &gt; Endre bilde, den avrundede formen følger 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RUTENETT MED STØRRE BILDER, variant B. Høyre kolonne går ut i lerretkanten med vilje. De to bildene har skarpe høyrehjørner: et avrundet hjørne ute i kanten gir en hvit flekk. Plassen er tatt fra tekstkolonnen, så hold teksten kort: tittelen tåler to linjer og brødteksten tre. Bytt bilde: høyreklikk &gt; Endre bilde, den avrundede formen følger 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80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ÅRET SOM GIKK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Fire ting vi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gjorde 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3333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mest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 av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314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Samlinger, befaringer og matchmaking gjennom hele året. 42 arrangementer i alt.</a:t>
            </a:r>
            <a:endParaRPr lang="en-US" sz="1800" dirty="0"/>
          </a:p>
        </p:txBody>
      </p:sp>
      <p:pic>
        <p:nvPicPr>
          <p:cNvPr id="5" name="Image 0" descr="C:\Code\Work\startuplab-partner-presentation\pptx-templates\media\stor-a-1-r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090270"/>
            <a:ext cx="3316072" cy="2210714"/>
          </a:xfrm>
          <a:prstGeom prst="rect">
            <a:avLst/>
          </a:prstGeom>
        </p:spPr>
      </p:pic>
      <p:pic>
        <p:nvPicPr>
          <p:cNvPr id="6" name="Image 1" descr="C:\Code\Work\startuplab-partner-presentation\pptx-templates\media\stor-a-2-r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384" y="1090270"/>
            <a:ext cx="3316072" cy="2210714"/>
          </a:xfrm>
          <a:prstGeom prst="rect">
            <a:avLst/>
          </a:prstGeom>
        </p:spPr>
      </p:pic>
      <p:pic>
        <p:nvPicPr>
          <p:cNvPr id="7" name="Image 2" descr="C:\Code\Work\startuplab-partner-presentation\pptx-templates\media\stor-a-3-r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557016"/>
            <a:ext cx="3316072" cy="2210714"/>
          </a:xfrm>
          <a:prstGeom prst="rect">
            <a:avLst/>
          </a:prstGeom>
        </p:spPr>
      </p:pic>
      <p:pic>
        <p:nvPicPr>
          <p:cNvPr id="8" name="Image 3" descr="C:\Code\Work\startuplab-partner-presentation\pptx-templates\media\stor-a-4-r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384" y="3557016"/>
            <a:ext cx="3316072" cy="2210714"/>
          </a:xfrm>
          <a:prstGeom prst="rect">
            <a:avLst/>
          </a:prstGeom>
        </p:spPr>
      </p:pic>
      <p:pic>
        <p:nvPicPr>
          <p:cNvPr id="9" name="Image 4" descr="C:\Code\Work\startuplab-partner-presentation\pptx-templates\media\logo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35040"/>
            <a:ext cx="84300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80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ÅRET SOM GIKK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240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Fire ting vi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gjorde 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3333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mest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 av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314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Samlinger, befaringer og matchmaking gjennom hele året. 42 arrangementer i alt.</a:t>
            </a:r>
            <a:endParaRPr lang="en-US" sz="1800" dirty="0"/>
          </a:p>
        </p:txBody>
      </p:sp>
      <p:pic>
        <p:nvPicPr>
          <p:cNvPr id="5" name="Image 0" descr="C:\Code\Work\startuplab-partner-presentation\pptx-templates\media\stor-b-1-r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831190"/>
            <a:ext cx="3704692" cy="2469794"/>
          </a:xfrm>
          <a:prstGeom prst="rect">
            <a:avLst/>
          </a:prstGeom>
        </p:spPr>
      </p:pic>
      <p:pic>
        <p:nvPicPr>
          <p:cNvPr id="6" name="Image 1" descr="C:\Code\Work\startuplab-partner-presentation\pptx-templates\media\stor-b-2-r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004" y="831190"/>
            <a:ext cx="3704692" cy="2469794"/>
          </a:xfrm>
          <a:prstGeom prst="rect">
            <a:avLst/>
          </a:prstGeom>
        </p:spPr>
      </p:pic>
      <p:pic>
        <p:nvPicPr>
          <p:cNvPr id="7" name="Image 2" descr="C:\Code\Work\startuplab-partner-presentation\pptx-templates\media\stor-b-3-r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557016"/>
            <a:ext cx="3704692" cy="2469794"/>
          </a:xfrm>
          <a:prstGeom prst="rect">
            <a:avLst/>
          </a:prstGeom>
        </p:spPr>
      </p:pic>
      <p:pic>
        <p:nvPicPr>
          <p:cNvPr id="8" name="Image 3" descr="C:\Code\Work\startuplab-partner-presentation\pptx-templates\media\stor-b-4-r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004" y="3557016"/>
            <a:ext cx="3704692" cy="2469794"/>
          </a:xfrm>
          <a:prstGeom prst="rect">
            <a:avLst/>
          </a:prstGeom>
        </p:spPr>
      </p:pic>
      <p:pic>
        <p:nvPicPr>
          <p:cNvPr id="9" name="Image 4" descr="C:\Code\Work\startuplab-partner-presentation\pptx-templates\media\logo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35040"/>
            <a:ext cx="843006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Startuplab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Startuplab</dc:creator>
  <cp:lastModifiedBy>Startuplab</cp:lastModifiedBy>
  <cp:revision>1</cp:revision>
  <dcterms:created xsi:type="dcterms:W3CDTF">2026-08-20T07:52:58Z</dcterms:created>
  <dcterms:modified xsi:type="dcterms:W3CDTF">2026-08-20T07:52:58Z</dcterms:modified>
</cp:coreProperties>
</file>