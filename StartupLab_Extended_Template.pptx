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65"/>
    <p:sldId id="298" r:id="rId66"/>
    <p:sldId id="299" r:id="rId67"/>
    <p:sldId id="300" r:id="rId68"/>
    <p:sldId id="301" r:id="rId69"/>
    <p:sldId id="302" r:id="rId70"/>
    <p:sldId id="303" r:id="rId71"/>
    <p:sldId id="304" r:id="rId72"/>
    <p:sldId id="305" r:id="rId73"/>
    <p:sldId id="306" r:id="rId74"/>
    <p:sldId id="307" r:id="rId75"/>
    <p:sldId id="308" r:id="rId76"/>
    <p:sldId id="309" r:id="rId77"/>
    <p:sldId id="310" r:id="rId78"/>
    <p:sldId id="311" r:id="rId79"/>
    <p:sldId id="312" r:id="rId80"/>
    <p:sldId id="313" r:id="rId81"/>
    <p:sldId id="314" r:id="rId82"/>
  </p:sldIdLst>
  <p:sldSz cy="5143500" cx="9144000"/>
  <p:notesSz cx="6858000" cy="9144000"/>
  <p:embeddedFontLst>
    <p:embeddedFont>
      <p:font typeface="Rubik Medium"/>
      <p:regular r:id="rId47"/>
      <p:bold r:id="rId48"/>
      <p:italic r:id="rId49"/>
      <p:boldItalic r:id="rId50"/>
    </p:embeddedFont>
    <p:embeddedFont>
      <p:font typeface="Arimo"/>
      <p:regular r:id="rId51"/>
      <p:bold r:id="rId52"/>
      <p:italic r:id="rId53"/>
      <p:boldItalic r:id="rId54"/>
    </p:embeddedFont>
    <p:embeddedFont>
      <p:font typeface="Gothic A1 SemiBold"/>
      <p:regular r:id="rId55"/>
      <p:bold r:id="rId56"/>
    </p:embeddedFont>
    <p:embeddedFont>
      <p:font typeface="Rubik"/>
      <p:regular r:id="rId57"/>
      <p:bold r:id="rId58"/>
      <p:italic r:id="rId59"/>
      <p:boldItalic r:id="rId60"/>
    </p:embeddedFont>
    <p:embeddedFont>
      <p:font typeface="Rubik SemiBold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font" Target="fonts/RubikMedium-regular.fntdata"/><Relationship Id="rId48" Type="http://schemas.openxmlformats.org/officeDocument/2006/relationships/font" Target="fonts/RubikMedium-bold.fntdata"/><Relationship Id="rId49" Type="http://schemas.openxmlformats.org/officeDocument/2006/relationships/font" Target="fonts/RubikMedium-italic.fntdata"/><Relationship Id="rId50" Type="http://schemas.openxmlformats.org/officeDocument/2006/relationships/font" Target="fonts/RubikMedium-boldItalic.fntdata"/><Relationship Id="rId51" Type="http://schemas.openxmlformats.org/officeDocument/2006/relationships/font" Target="fonts/Arimo-regular.fntdata"/><Relationship Id="rId52" Type="http://schemas.openxmlformats.org/officeDocument/2006/relationships/font" Target="fonts/Arimo-bold.fntdata"/><Relationship Id="rId53" Type="http://schemas.openxmlformats.org/officeDocument/2006/relationships/font" Target="fonts/Arimo-italic.fntdata"/><Relationship Id="rId54" Type="http://schemas.openxmlformats.org/officeDocument/2006/relationships/font" Target="fonts/Arimo-boldItalic.fntdata"/><Relationship Id="rId55" Type="http://schemas.openxmlformats.org/officeDocument/2006/relationships/font" Target="fonts/GothicA1SemiBold-regular.fntdata"/><Relationship Id="rId56" Type="http://schemas.openxmlformats.org/officeDocument/2006/relationships/font" Target="fonts/GothicA1SemiBold-bold.fntdata"/><Relationship Id="rId57" Type="http://schemas.openxmlformats.org/officeDocument/2006/relationships/font" Target="fonts/Rubik-regular.fntdata"/><Relationship Id="rId58" Type="http://schemas.openxmlformats.org/officeDocument/2006/relationships/font" Target="fonts/Rubik-bold.fntdata"/><Relationship Id="rId59" Type="http://schemas.openxmlformats.org/officeDocument/2006/relationships/font" Target="fonts/Rubik-italic.fntdata"/><Relationship Id="rId60" Type="http://schemas.openxmlformats.org/officeDocument/2006/relationships/font" Target="fonts/Rubik-boldItalic.fntdata"/><Relationship Id="rId61" Type="http://schemas.openxmlformats.org/officeDocument/2006/relationships/font" Target="fonts/RubikSemiBold-regular.fntdata"/><Relationship Id="rId62" Type="http://schemas.openxmlformats.org/officeDocument/2006/relationships/font" Target="fonts/RubikSemiBold-bold.fntdata"/><Relationship Id="rId63" Type="http://schemas.openxmlformats.org/officeDocument/2006/relationships/font" Target="fonts/RubikSemiBold-italic.fntdata"/><Relationship Id="rId64" Type="http://schemas.openxmlformats.org/officeDocument/2006/relationships/font" Target="fonts/RubikSemiBold-boldItalic.fntdata"/><Relationship Id="rId65" Type="http://schemas.openxmlformats.org/officeDocument/2006/relationships/slide" Target="slides/slide42.xml"/><Relationship Id="rId66" Type="http://schemas.openxmlformats.org/officeDocument/2006/relationships/slide" Target="slides/slide43.xml"/><Relationship Id="rId67" Type="http://schemas.openxmlformats.org/officeDocument/2006/relationships/slide" Target="slides/slide44.xml"/><Relationship Id="rId68" Type="http://schemas.openxmlformats.org/officeDocument/2006/relationships/slide" Target="slides/slide45.xml"/><Relationship Id="rId69" Type="http://schemas.openxmlformats.org/officeDocument/2006/relationships/slide" Target="slides/slide46.xml"/><Relationship Id="rId70" Type="http://schemas.openxmlformats.org/officeDocument/2006/relationships/slide" Target="slides/slide47.xml"/><Relationship Id="rId71" Type="http://schemas.openxmlformats.org/officeDocument/2006/relationships/slide" Target="slides/slide48.xml"/><Relationship Id="rId72" Type="http://schemas.openxmlformats.org/officeDocument/2006/relationships/slide" Target="slides/slide49.xml"/><Relationship Id="rId73" Type="http://schemas.openxmlformats.org/officeDocument/2006/relationships/slide" Target="slides/slide50.xml"/><Relationship Id="rId74" Type="http://schemas.openxmlformats.org/officeDocument/2006/relationships/slide" Target="slides/slide51.xml"/><Relationship Id="rId75" Type="http://schemas.openxmlformats.org/officeDocument/2006/relationships/slide" Target="slides/slide52.xml"/><Relationship Id="rId76" Type="http://schemas.openxmlformats.org/officeDocument/2006/relationships/slide" Target="slides/slide53.xml"/><Relationship Id="rId77" Type="http://schemas.openxmlformats.org/officeDocument/2006/relationships/slide" Target="slides/slide54.xml"/><Relationship Id="rId78" Type="http://schemas.openxmlformats.org/officeDocument/2006/relationships/slide" Target="slides/slide55.xml"/><Relationship Id="rId79" Type="http://schemas.openxmlformats.org/officeDocument/2006/relationships/slide" Target="slides/slide56.xml"/><Relationship Id="rId80" Type="http://schemas.openxmlformats.org/officeDocument/2006/relationships/slide" Target="slides/slide57.xml"/><Relationship Id="rId81" Type="http://schemas.openxmlformats.org/officeDocument/2006/relationships/slide" Target="slides/slide58.xml"/><Relationship Id="rId82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979093dcc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979093dcc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979093dcc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979093dcc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979093dcc7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979093dcc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979093dcc7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979093dcc7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979093dcc7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979093dcc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979093dcc7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979093dcc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979093dcc7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979093dcc7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979093dcc7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979093dcc7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979093dcc7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979093dcc7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979093dcc7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979093dcc7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979093dcc7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979093dcc7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979093dcc7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979093dcc7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979093dcc7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979093dcc7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979093dcc7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979093dcc7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f7e2bf63d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f7e2bf63d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f7e2bf63dc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f7e2bf63dc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f7e2bf63dc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f7e2bf63dc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f7e2bf63dc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f7e2bf63dc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f7e2bf63dc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f7e2bf63dc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f7e2bf63dc_1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f7e2bf63dc_1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979093dcc7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979093dcc7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979093dcc7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979093dcc7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979093dcc7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979093dcc7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979093dcc7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979093dcc7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979093dcc7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979093dcc7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979093dcc7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2979093dcc7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979093dcc7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979093dcc7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979093dcc7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979093dcc7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979093dcc7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979093dcc7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979093dcc7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2979093dcc7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979093dcc7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979093dcc7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979093dcc7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979093dcc7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979093dcc7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979093dcc7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979093dcc7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2979093dcc7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979093dcc7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2979093dcc7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979093dcc7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2979093dcc7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979093dcc7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2979093dcc7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979093dcc7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2979093dcc7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2979093dcc7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2979093dcc7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979093dcc7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979093dcc7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44.png"/><Relationship Id="rId5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8.png"/><Relationship Id="rId5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1.png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9.png"/><Relationship Id="rId5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7.png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5.png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47.png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6.png"/><Relationship Id="rId5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Relationship Id="rId4" Type="http://schemas.openxmlformats.org/officeDocument/2006/relationships/image" Target="../media/image18.jpg"/><Relationship Id="rId5" Type="http://schemas.openxmlformats.org/officeDocument/2006/relationships/image" Target="../media/image4.png"/><Relationship Id="rId6" Type="http://schemas.openxmlformats.org/officeDocument/2006/relationships/image" Target="../media/image20.jpg"/><Relationship Id="rId7" Type="http://schemas.openxmlformats.org/officeDocument/2006/relationships/image" Target="../media/image49.png"/><Relationship Id="rId8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Relationship Id="rId4" Type="http://schemas.openxmlformats.org/officeDocument/2006/relationships/image" Target="../media/image18.jpg"/><Relationship Id="rId5" Type="http://schemas.openxmlformats.org/officeDocument/2006/relationships/image" Target="../media/image4.png"/><Relationship Id="rId6" Type="http://schemas.openxmlformats.org/officeDocument/2006/relationships/image" Target="../media/image20.jpg"/><Relationship Id="rId7" Type="http://schemas.openxmlformats.org/officeDocument/2006/relationships/image" Target="../media/image46.png"/><Relationship Id="rId8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jpg"/><Relationship Id="rId4" Type="http://schemas.openxmlformats.org/officeDocument/2006/relationships/image" Target="../media/image18.jpg"/><Relationship Id="rId5" Type="http://schemas.openxmlformats.org/officeDocument/2006/relationships/image" Target="../media/image4.png"/><Relationship Id="rId6" Type="http://schemas.openxmlformats.org/officeDocument/2006/relationships/image" Target="../media/image20.jpg"/><Relationship Id="rId7" Type="http://schemas.openxmlformats.org/officeDocument/2006/relationships/image" Target="../media/image45.png"/><Relationship Id="rId8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Relationship Id="rId4" Type="http://schemas.openxmlformats.org/officeDocument/2006/relationships/image" Target="../media/image18.jpg"/><Relationship Id="rId5" Type="http://schemas.openxmlformats.org/officeDocument/2006/relationships/image" Target="../media/image4.png"/><Relationship Id="rId6" Type="http://schemas.openxmlformats.org/officeDocument/2006/relationships/image" Target="../media/image20.jpg"/><Relationship Id="rId7" Type="http://schemas.openxmlformats.org/officeDocument/2006/relationships/image" Target="../media/image19.png"/><Relationship Id="rId8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jpg"/><Relationship Id="rId4" Type="http://schemas.openxmlformats.org/officeDocument/2006/relationships/image" Target="../media/image18.jpg"/><Relationship Id="rId5" Type="http://schemas.openxmlformats.org/officeDocument/2006/relationships/image" Target="../media/image4.png"/><Relationship Id="rId6" Type="http://schemas.openxmlformats.org/officeDocument/2006/relationships/image" Target="../media/image20.jpg"/><Relationship Id="rId7" Type="http://schemas.openxmlformats.org/officeDocument/2006/relationships/image" Target="../media/image26.png"/><Relationship Id="rId8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jpg"/><Relationship Id="rId4" Type="http://schemas.openxmlformats.org/officeDocument/2006/relationships/image" Target="../media/image18.jpg"/><Relationship Id="rId5" Type="http://schemas.openxmlformats.org/officeDocument/2006/relationships/image" Target="../media/image4.png"/><Relationship Id="rId6" Type="http://schemas.openxmlformats.org/officeDocument/2006/relationships/image" Target="../media/image20.jpg"/><Relationship Id="rId7" Type="http://schemas.openxmlformats.org/officeDocument/2006/relationships/image" Target="../media/image21.png"/><Relationship Id="rId8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jpg"/><Relationship Id="rId4" Type="http://schemas.openxmlformats.org/officeDocument/2006/relationships/image" Target="../media/image18.jpg"/><Relationship Id="rId5" Type="http://schemas.openxmlformats.org/officeDocument/2006/relationships/image" Target="../media/image4.png"/><Relationship Id="rId6" Type="http://schemas.openxmlformats.org/officeDocument/2006/relationships/image" Target="../media/image20.jpg"/><Relationship Id="rId7" Type="http://schemas.openxmlformats.org/officeDocument/2006/relationships/image" Target="../media/image25.png"/><Relationship Id="rId8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jpg"/><Relationship Id="rId4" Type="http://schemas.openxmlformats.org/officeDocument/2006/relationships/image" Target="../media/image18.jpg"/><Relationship Id="rId5" Type="http://schemas.openxmlformats.org/officeDocument/2006/relationships/image" Target="../media/image4.png"/><Relationship Id="rId6" Type="http://schemas.openxmlformats.org/officeDocument/2006/relationships/image" Target="../media/image20.jpg"/><Relationship Id="rId7" Type="http://schemas.openxmlformats.org/officeDocument/2006/relationships/image" Target="../media/image24.png"/><Relationship Id="rId8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jpg"/><Relationship Id="rId4" Type="http://schemas.openxmlformats.org/officeDocument/2006/relationships/image" Target="../media/image18.jpg"/><Relationship Id="rId5" Type="http://schemas.openxmlformats.org/officeDocument/2006/relationships/image" Target="../media/image4.png"/><Relationship Id="rId6" Type="http://schemas.openxmlformats.org/officeDocument/2006/relationships/image" Target="../media/image20.jpg"/><Relationship Id="rId7" Type="http://schemas.openxmlformats.org/officeDocument/2006/relationships/image" Target="../media/image28.png"/><Relationship Id="rId8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43.png"/><Relationship Id="rId5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42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41.png"/><Relationship Id="rId5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3.png"/><Relationship Id="rId4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2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1.png"/><Relationship Id="rId4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jpg"/><Relationship Id="rId4" Type="http://schemas.openxmlformats.org/officeDocument/2006/relationships/image" Target="../media/image2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jpg"/><Relationship Id="rId4" Type="http://schemas.openxmlformats.org/officeDocument/2006/relationships/image" Target="../media/image3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0.jpg"/><Relationship Id="rId4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1.jpg"/><Relationship Id="rId4" Type="http://schemas.openxmlformats.org/officeDocument/2006/relationships/image" Target="../media/image48.png"/><Relationship Id="rId5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1.jpg"/><Relationship Id="rId4" Type="http://schemas.openxmlformats.org/officeDocument/2006/relationships/image" Target="../media/image50.png"/><Relationship Id="rId5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E5EA"/>
                </a:solidFill>
              </a:rPr>
              <a:t>‹#›</a:t>
            </a:fld>
            <a:endParaRPr sz="1000">
              <a:solidFill>
                <a:srgbClr val="FFE5EA"/>
              </a:solidFill>
            </a:endParaRPr>
          </a:p>
        </p:txBody>
      </p:sp>
      <p:pic>
        <p:nvPicPr>
          <p:cNvPr descr="https://pitch-assets-ccb95893-de3f-4266-973c-20049231b248.s3.eu-west-1.amazonaws.com/29e16762-e8d3-4d00-ae35-1884f4acb128?pitch-bytes=1528868&amp;pitch-content-type=image%2Fpng" id="57" name="Google Shape;57;p13"/>
          <p:cNvPicPr preferRelativeResize="0"/>
          <p:nvPr/>
        </p:nvPicPr>
        <p:blipFill rotWithShape="1">
          <a:blip r:embed="rId3">
            <a:alphaModFix/>
          </a:blip>
          <a:srcRect b="14235" l="0" r="0" t="2707"/>
          <a:stretch/>
        </p:blipFill>
        <p:spPr>
          <a:xfrm>
            <a:off x="4411247" y="-1619"/>
            <a:ext cx="4732752" cy="514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7af009ba-6597-4e6d-baaa-d2b4d05f8069?pitch-bytes=57650&amp;pitch-content-type=image%2Fpng" id="58" name="Google Shape;5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" y="-610"/>
            <a:ext cx="9142260" cy="51414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26a3065b-43a5-434c-8c31-6fb27b413805?pitch-bytes=4094&amp;pitch-content-type=image%2Fsvg%2Bxml" id="59" name="Google Shape;5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7210" y="1675732"/>
            <a:ext cx="2432896" cy="89601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/>
          <p:nvPr/>
        </p:nvSpPr>
        <p:spPr>
          <a:xfrm>
            <a:off x="720746" y="289855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800" u="none" cap="none" strike="noStrike">
                <a:solidFill>
                  <a:srgbClr val="FFFFFF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Empowering Tech Founders to Go Further</a:t>
            </a:r>
            <a:endParaRPr i="0" sz="1800" u="none" cap="none" strike="noStrike">
              <a:solidFill>
                <a:srgbClr val="000000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pitch-assets-ccb95893-de3f-4266-973c-20049231b248.s3.eu-west-1.amazonaws.com/29e16762-e8d3-4d00-ae35-1884f4acb128?pitch-bytes=1528868&amp;pitch-content-type=image%2Fpng" id="65" name="Google Shape;65;p14"/>
          <p:cNvPicPr preferRelativeResize="0"/>
          <p:nvPr/>
        </p:nvPicPr>
        <p:blipFill rotWithShape="1">
          <a:blip r:embed="rId3">
            <a:alphaModFix/>
          </a:blip>
          <a:srcRect b="14235" l="0" r="0" t="2707"/>
          <a:stretch/>
        </p:blipFill>
        <p:spPr>
          <a:xfrm>
            <a:off x="4411247" y="-1619"/>
            <a:ext cx="4732752" cy="514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b4cc1c2f-149c-4d48-84fa-468c3cbc31ff?pitch-bytes=56461&amp;pitch-content-type=image%2Fpng" id="66" name="Google Shape;6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1" y="-1523"/>
            <a:ext cx="9142260" cy="514143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E5EA"/>
                </a:solidFill>
              </a:rPr>
              <a:t>‹#›</a:t>
            </a:fld>
            <a:endParaRPr sz="1000">
              <a:solidFill>
                <a:srgbClr val="FFE5EA"/>
              </a:solidFill>
            </a:endParaRPr>
          </a:p>
        </p:txBody>
      </p:sp>
      <p:pic>
        <p:nvPicPr>
          <p:cNvPr descr="https://pitch-assets-ccb95893-de3f-4266-973c-20049231b248.s3.eu-west-1.amazonaws.com/c21fbdda-aa8d-49bb-a242-23fcdfe496ec?pitch-bytes=23342&amp;pitch-content-type=image%2Fpng" id="68" name="Google Shape;6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9624" y="1279026"/>
            <a:ext cx="3204915" cy="168364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720746" y="2898556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800" u="none" cap="none" strike="noStrike">
                <a:solidFill>
                  <a:srgbClr val="FFFFFF"/>
                </a:solidFill>
                <a:latin typeface="Gothic A1 SemiBold"/>
                <a:ea typeface="Gothic A1 SemiBold"/>
                <a:cs typeface="Gothic A1 SemiBold"/>
                <a:sym typeface="Gothic A1 SemiBold"/>
              </a:rPr>
              <a:t>Empowering Tech Founders to Go Further</a:t>
            </a:r>
            <a:endParaRPr i="0" sz="1800" u="none" cap="none" strike="noStrike">
              <a:solidFill>
                <a:srgbClr val="000000"/>
              </a:solidFill>
              <a:latin typeface="Gothic A1 SemiBold"/>
              <a:ea typeface="Gothic A1 SemiBold"/>
              <a:cs typeface="Gothic A1 SemiBold"/>
              <a:sym typeface="Gothic A1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E5EA"/>
                </a:solidFill>
              </a:rPr>
              <a:t>‹#›</a:t>
            </a:fld>
            <a:endParaRPr sz="1000">
              <a:solidFill>
                <a:srgbClr val="FFE5EA"/>
              </a:solidFill>
            </a:endParaRPr>
          </a:p>
        </p:txBody>
      </p:sp>
      <p:pic>
        <p:nvPicPr>
          <p:cNvPr descr="https://pitch-assets-ccb95893-de3f-4266-973c-20049231b248.s3.eu-west-1.amazonaws.com/29e16762-e8d3-4d00-ae35-1884f4acb128?pitch-bytes=1528868&amp;pitch-content-type=image%2Fpng" id="75" name="Google Shape;75;p15"/>
          <p:cNvPicPr preferRelativeResize="0"/>
          <p:nvPr/>
        </p:nvPicPr>
        <p:blipFill rotWithShape="1">
          <a:blip r:embed="rId3">
            <a:alphaModFix/>
          </a:blip>
          <a:srcRect b="14235" l="0" r="0" t="2707"/>
          <a:stretch/>
        </p:blipFill>
        <p:spPr>
          <a:xfrm>
            <a:off x="4411247" y="-1619"/>
            <a:ext cx="4732752" cy="514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8566e7a8-4120-4cc0-89be-8823573a87b7?pitch-bytes=51107&amp;pitch-content-type=image%2Fpng" id="76" name="Google Shape;7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1" y="-1523"/>
            <a:ext cx="9142260" cy="514143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/>
          <p:nvPr/>
        </p:nvSpPr>
        <p:spPr>
          <a:xfrm>
            <a:off x="733325" y="2359062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700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Lorem ipsum dolor sit amet, consectetur adipiscing elit</a:t>
            </a:r>
            <a:endParaRPr i="0" sz="17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733325" y="1345063"/>
            <a:ext cx="3657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2800" u="none" cap="none" strike="noStrike">
                <a:solidFill>
                  <a:srgbClr val="FF3333"/>
                </a:solidFill>
                <a:latin typeface="Rubik Medium"/>
                <a:ea typeface="Rubik Medium"/>
                <a:cs typeface="Rubik Medium"/>
                <a:sym typeface="Rubik Medium"/>
              </a:rPr>
              <a:t>LOREM</a:t>
            </a:r>
            <a:r>
              <a:rPr i="0" lang="en" sz="2800" u="none" cap="none" strike="noStrike">
                <a:solidFill>
                  <a:srgbClr val="FFFFFF"/>
                </a:solidFill>
                <a:latin typeface="Rubik Medium"/>
                <a:ea typeface="Rubik Medium"/>
                <a:cs typeface="Rubik Medium"/>
                <a:sym typeface="Rubik Medium"/>
              </a:rPr>
              <a:t> IPSUM DOLOR</a:t>
            </a:r>
            <a:endParaRPr i="0" sz="280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pic>
        <p:nvPicPr>
          <p:cNvPr descr="https://pitch-assets-ccb95893-de3f-4266-973c-20049231b248.s3.eu-west-1.amazonaws.com/8e60bd6b-1aa1-4b8c-9588-2b27b299faee?pitch-bytes=16745&amp;pitch-content-type=image%2Fpng" id="79" name="Google Shape;7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82" y="4791936"/>
            <a:ext cx="267664" cy="26766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/>
          <p:nvPr/>
        </p:nvSpPr>
        <p:spPr>
          <a:xfrm>
            <a:off x="733325" y="3335305"/>
            <a:ext cx="27432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000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Startuplab – 09.08.2023</a:t>
            </a:r>
            <a:endParaRPr i="0" sz="10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E5EA"/>
                </a:solidFill>
              </a:rPr>
              <a:t>‹#›</a:t>
            </a:fld>
            <a:endParaRPr sz="1000">
              <a:solidFill>
                <a:srgbClr val="FFE5EA"/>
              </a:solidFill>
            </a:endParaRPr>
          </a:p>
        </p:txBody>
      </p:sp>
      <p:pic>
        <p:nvPicPr>
          <p:cNvPr descr="https://pitch-assets-ccb95893-de3f-4266-973c-20049231b248.s3.eu-west-1.amazonaws.com/29e16762-e8d3-4d00-ae35-1884f4acb128?pitch-bytes=1528868&amp;pitch-content-type=image%2Fpng" id="86" name="Google Shape;86;p16"/>
          <p:cNvPicPr preferRelativeResize="0"/>
          <p:nvPr/>
        </p:nvPicPr>
        <p:blipFill rotWithShape="1">
          <a:blip r:embed="rId3">
            <a:alphaModFix/>
          </a:blip>
          <a:srcRect b="20910" l="0" r="0" t="9388"/>
          <a:stretch/>
        </p:blipFill>
        <p:spPr>
          <a:xfrm>
            <a:off x="3504550" y="-1619"/>
            <a:ext cx="5639449" cy="514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06143bde-16be-447b-b4af-e3261f28c5c9?pitch-bytes=50509&amp;pitch-content-type=image%2Fpng" id="87" name="Google Shape;8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1" y="-1523"/>
            <a:ext cx="9142260" cy="51414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db089465-4237-464f-930c-32e95888534c?pitch-bytes=4153&amp;pitch-content-type=image%2Fpng" id="88" name="Google Shape;8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3293" y="4853047"/>
            <a:ext cx="54240" cy="14570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/>
          <p:nvPr/>
        </p:nvSpPr>
        <p:spPr>
          <a:xfrm>
            <a:off x="733325" y="2359062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700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Lorem ipsum dolor sit amet, consectetur adipiscing elit</a:t>
            </a:r>
            <a:endParaRPr i="0" sz="17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733325" y="1345063"/>
            <a:ext cx="3657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2800" u="none" cap="none" strike="noStrike">
                <a:solidFill>
                  <a:srgbClr val="1D2526"/>
                </a:solidFill>
                <a:latin typeface="Rubik Medium"/>
                <a:ea typeface="Rubik Medium"/>
                <a:cs typeface="Rubik Medium"/>
                <a:sym typeface="Rubik Medium"/>
              </a:rPr>
              <a:t>LOREM</a:t>
            </a:r>
            <a:r>
              <a:rPr i="0" lang="en" sz="2800" u="none" cap="none" strike="noStrike">
                <a:solidFill>
                  <a:srgbClr val="FFFFFF"/>
                </a:solidFill>
                <a:latin typeface="Rubik Medium"/>
                <a:ea typeface="Rubik Medium"/>
                <a:cs typeface="Rubik Medium"/>
                <a:sym typeface="Rubik Medium"/>
              </a:rPr>
              <a:t> IPSUM DOLOR</a:t>
            </a:r>
            <a:endParaRPr i="0" sz="280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733325" y="3335305"/>
            <a:ext cx="27432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000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Startuplab – 09.08.2023</a:t>
            </a:r>
            <a:endParaRPr i="0" sz="10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pitch-assets-ccb95893-de3f-4266-973c-20049231b248.s3.eu-west-1.amazonaws.com/29e16762-e8d3-4d00-ae35-1884f4acb128?pitch-bytes=1528868&amp;pitch-content-type=image%2Fpng" id="96" name="Google Shape;96;p17"/>
          <p:cNvPicPr preferRelativeResize="0"/>
          <p:nvPr/>
        </p:nvPicPr>
        <p:blipFill rotWithShape="1">
          <a:blip r:embed="rId3">
            <a:alphaModFix/>
          </a:blip>
          <a:srcRect b="20910" l="0" r="0" t="9388"/>
          <a:stretch/>
        </p:blipFill>
        <p:spPr>
          <a:xfrm>
            <a:off x="3504550" y="-1619"/>
            <a:ext cx="5639449" cy="514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9fdb5ed0-fb24-4be0-a68d-bf077048e5c6?pitch-bytes=50891&amp;pitch-content-type=image%2Fpng" id="97" name="Google Shape;9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1" y="-1523"/>
            <a:ext cx="9142260" cy="514143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733325" y="2359062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700" u="none" cap="none" strike="noStrike">
                <a:solidFill>
                  <a:srgbClr val="1D2526"/>
                </a:solidFill>
                <a:latin typeface="Rubik"/>
                <a:ea typeface="Rubik"/>
                <a:cs typeface="Rubik"/>
                <a:sym typeface="Rubik"/>
              </a:rPr>
              <a:t>Lorem ipsum dolor sit amet, consectetur adipiscing elit</a:t>
            </a:r>
            <a:endParaRPr i="0" sz="1700" u="none" cap="none" strike="noStrike">
              <a:solidFill>
                <a:srgbClr val="1D2526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733325" y="1345063"/>
            <a:ext cx="3657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2800" u="none" cap="none" strike="noStrike">
                <a:solidFill>
                  <a:srgbClr val="1D2526"/>
                </a:solidFill>
                <a:latin typeface="Rubik Medium"/>
                <a:ea typeface="Rubik Medium"/>
                <a:cs typeface="Rubik Medium"/>
                <a:sym typeface="Rubik Medium"/>
              </a:rPr>
              <a:t>LOREM </a:t>
            </a:r>
            <a:r>
              <a:rPr i="0" lang="en" sz="2800" u="none" cap="none" strike="noStrike">
                <a:solidFill>
                  <a:srgbClr val="FF3333"/>
                </a:solidFill>
                <a:latin typeface="Rubik Medium"/>
                <a:ea typeface="Rubik Medium"/>
                <a:cs typeface="Rubik Medium"/>
                <a:sym typeface="Rubik Medium"/>
              </a:rPr>
              <a:t>IPSUM DOLOR</a:t>
            </a:r>
            <a:endParaRPr i="0" sz="2800" u="none" cap="none" strike="noStrike">
              <a:solidFill>
                <a:srgbClr val="FF3333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733325" y="3335305"/>
            <a:ext cx="27432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000" u="none" cap="none" strike="noStrike">
                <a:solidFill>
                  <a:srgbClr val="1D2526"/>
                </a:solidFill>
                <a:latin typeface="Rubik"/>
                <a:ea typeface="Rubik"/>
                <a:cs typeface="Rubik"/>
                <a:sym typeface="Rubik"/>
              </a:rPr>
              <a:t>Startuplab – 09.08.2023</a:t>
            </a:r>
            <a:endParaRPr i="0" sz="1000" u="none" cap="none" strike="noStrike">
              <a:solidFill>
                <a:srgbClr val="1D2526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descr="https://pitch-assets-ccb95893-de3f-4266-973c-20049231b248.s3.eu-west-1.amazonaws.com/8e60bd6b-1aa1-4b8c-9588-2b27b299faee?pitch-bytes=16745&amp;pitch-content-type=image%2Fpng" id="101" name="Google Shape;10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82" y="4791936"/>
            <a:ext cx="267664" cy="267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pitch-assets-ccb95893-de3f-4266-973c-20049231b248.s3.eu-west-1.amazonaws.com/29e16762-e8d3-4d00-ae35-1884f4acb128?pitch-bytes=1528868&amp;pitch-content-type=image%2Fpng" id="106" name="Google Shape;106;p18"/>
          <p:cNvPicPr preferRelativeResize="0"/>
          <p:nvPr/>
        </p:nvPicPr>
        <p:blipFill rotWithShape="1">
          <a:blip r:embed="rId3">
            <a:alphaModFix/>
          </a:blip>
          <a:srcRect b="14235" l="0" r="0" t="2707"/>
          <a:stretch/>
        </p:blipFill>
        <p:spPr>
          <a:xfrm>
            <a:off x="4411247" y="-1619"/>
            <a:ext cx="4732752" cy="514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3a17ad7d-073b-4fcb-876f-b4bae2ebd496?pitch-bytes=56344&amp;pitch-content-type=image%2Fpng" id="107" name="Google Shape;10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1" y="-1523"/>
            <a:ext cx="9142260" cy="514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/>
          <p:nvPr/>
        </p:nvSpPr>
        <p:spPr>
          <a:xfrm>
            <a:off x="733325" y="2359062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700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Lorem ipsum dolor sit amet, consectetur adipiscing elit</a:t>
            </a:r>
            <a:endParaRPr i="0" sz="17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733325" y="1345063"/>
            <a:ext cx="3657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2800" u="none" cap="none" strike="noStrike">
                <a:solidFill>
                  <a:srgbClr val="FF3333"/>
                </a:solidFill>
                <a:latin typeface="Rubik Medium"/>
                <a:ea typeface="Rubik Medium"/>
                <a:cs typeface="Rubik Medium"/>
                <a:sym typeface="Rubik Medium"/>
              </a:rPr>
              <a:t>LOREM</a:t>
            </a:r>
            <a:r>
              <a:rPr i="0" lang="en" sz="2800" u="none" cap="none" strike="noStrike">
                <a:solidFill>
                  <a:srgbClr val="FFFFFF"/>
                </a:solidFill>
                <a:latin typeface="Rubik Medium"/>
                <a:ea typeface="Rubik Medium"/>
                <a:cs typeface="Rubik Medium"/>
                <a:sym typeface="Rubik Medium"/>
              </a:rPr>
              <a:t> IPSUM DOLOR</a:t>
            </a:r>
            <a:endParaRPr i="0" sz="280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pic>
        <p:nvPicPr>
          <p:cNvPr descr="https://pitch-assets-ccb95893-de3f-4266-973c-20049231b248.s3.eu-west-1.amazonaws.com/8e60bd6b-1aa1-4b8c-9588-2b27b299faee?pitch-bytes=16745&amp;pitch-content-type=image%2Fpng" id="110" name="Google Shape;11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82" y="4791936"/>
            <a:ext cx="267664" cy="267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pitch-assets-ccb95893-de3f-4266-973c-20049231b248.s3.eu-west-1.amazonaws.com/29e16762-e8d3-4d00-ae35-1884f4acb128?pitch-bytes=1528868&amp;pitch-content-type=image%2Fpng" id="115" name="Google Shape;115;p19"/>
          <p:cNvPicPr preferRelativeResize="0"/>
          <p:nvPr/>
        </p:nvPicPr>
        <p:blipFill rotWithShape="1">
          <a:blip r:embed="rId3">
            <a:alphaModFix/>
          </a:blip>
          <a:srcRect b="20910" l="0" r="0" t="9388"/>
          <a:stretch/>
        </p:blipFill>
        <p:spPr>
          <a:xfrm>
            <a:off x="3504550" y="-1619"/>
            <a:ext cx="5639449" cy="514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fb33a547-2cf8-4d16-abcd-56af672dbb78?pitch-bytes=55199&amp;pitch-content-type=image%2Fpng" id="116" name="Google Shape;11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1" y="-1523"/>
            <a:ext cx="9142260" cy="51414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db089465-4237-464f-930c-32e95888534c?pitch-bytes=4153&amp;pitch-content-type=image%2Fpng" id="117" name="Google Shape;11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3293" y="4853047"/>
            <a:ext cx="54240" cy="14570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9"/>
          <p:cNvSpPr/>
          <p:nvPr/>
        </p:nvSpPr>
        <p:spPr>
          <a:xfrm>
            <a:off x="733325" y="2359062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700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Lorem ipsum dolor sit amet, consectetur adipiscing elit</a:t>
            </a:r>
            <a:endParaRPr i="0" sz="170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733325" y="1345063"/>
            <a:ext cx="3657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2800" u="none" cap="none" strike="noStrike">
                <a:solidFill>
                  <a:srgbClr val="1D2526"/>
                </a:solidFill>
                <a:latin typeface="Rubik Medium"/>
                <a:ea typeface="Rubik Medium"/>
                <a:cs typeface="Rubik Medium"/>
                <a:sym typeface="Rubik Medium"/>
              </a:rPr>
              <a:t>LOREM</a:t>
            </a:r>
            <a:r>
              <a:rPr i="0" lang="en" sz="2800" u="none" cap="none" strike="noStrike">
                <a:solidFill>
                  <a:srgbClr val="FFFFFF"/>
                </a:solidFill>
                <a:latin typeface="Rubik Medium"/>
                <a:ea typeface="Rubik Medium"/>
                <a:cs typeface="Rubik Medium"/>
                <a:sym typeface="Rubik Medium"/>
              </a:rPr>
              <a:t> IPSUM DOLOR</a:t>
            </a:r>
            <a:endParaRPr i="0" sz="280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pitch-assets-ccb95893-de3f-4266-973c-20049231b248.s3.eu-west-1.amazonaws.com/29e16762-e8d3-4d00-ae35-1884f4acb128?pitch-bytes=1528868&amp;pitch-content-type=image%2Fpng" id="124" name="Google Shape;124;p20"/>
          <p:cNvPicPr preferRelativeResize="0"/>
          <p:nvPr/>
        </p:nvPicPr>
        <p:blipFill rotWithShape="1">
          <a:blip r:embed="rId3">
            <a:alphaModFix/>
          </a:blip>
          <a:srcRect b="20910" l="0" r="0" t="9388"/>
          <a:stretch/>
        </p:blipFill>
        <p:spPr>
          <a:xfrm>
            <a:off x="3504550" y="-1619"/>
            <a:ext cx="5639449" cy="514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9eb49b0d-c74c-4bed-94b9-34d010f63645?pitch-bytes=56035&amp;pitch-content-type=image%2Fpng" id="125" name="Google Shape;12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1" y="-1523"/>
            <a:ext cx="9142260" cy="514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0"/>
          <p:cNvSpPr/>
          <p:nvPr/>
        </p:nvSpPr>
        <p:spPr>
          <a:xfrm>
            <a:off x="733325" y="2359062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700" u="none" cap="none" strike="noStrike">
                <a:solidFill>
                  <a:srgbClr val="1D2526"/>
                </a:solidFill>
                <a:latin typeface="Rubik"/>
                <a:ea typeface="Rubik"/>
                <a:cs typeface="Rubik"/>
                <a:sym typeface="Rubik"/>
              </a:rPr>
              <a:t>Lorem ipsum dolor sit amet, consectetur adipiscing elit</a:t>
            </a:r>
            <a:endParaRPr i="0" sz="1700" u="none" cap="none" strike="noStrike">
              <a:solidFill>
                <a:srgbClr val="1D2526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27" name="Google Shape;127;p20"/>
          <p:cNvSpPr/>
          <p:nvPr/>
        </p:nvSpPr>
        <p:spPr>
          <a:xfrm>
            <a:off x="733325" y="1345063"/>
            <a:ext cx="3657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2800" u="none" cap="none" strike="noStrike">
                <a:solidFill>
                  <a:srgbClr val="1D2526"/>
                </a:solidFill>
                <a:latin typeface="Rubik Medium"/>
                <a:ea typeface="Rubik Medium"/>
                <a:cs typeface="Rubik Medium"/>
                <a:sym typeface="Rubik Medium"/>
              </a:rPr>
              <a:t>LOREM </a:t>
            </a:r>
            <a:r>
              <a:rPr i="0" lang="en" sz="2800" u="none" cap="none" strike="noStrike">
                <a:solidFill>
                  <a:srgbClr val="FF3333"/>
                </a:solidFill>
                <a:latin typeface="Rubik Medium"/>
                <a:ea typeface="Rubik Medium"/>
                <a:cs typeface="Rubik Medium"/>
                <a:sym typeface="Rubik Medium"/>
              </a:rPr>
              <a:t>IPSUM DOLOR</a:t>
            </a:r>
            <a:endParaRPr i="0" sz="2800" u="none" cap="none" strike="noStrike">
              <a:solidFill>
                <a:srgbClr val="FF3333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pic>
        <p:nvPicPr>
          <p:cNvPr descr="https://pitch-assets-ccb95893-de3f-4266-973c-20049231b248.s3.eu-west-1.amazonaws.com/8e60bd6b-1aa1-4b8c-9588-2b27b299faee?pitch-bytes=16745&amp;pitch-content-type=image%2Fpng" id="128" name="Google Shape;12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82" y="4791936"/>
            <a:ext cx="267664" cy="267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/>
        </p:nvSpPr>
        <p:spPr>
          <a:xfrm>
            <a:off x="847245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E5EA"/>
                </a:solidFill>
              </a:rPr>
              <a:t>‹#›</a:t>
            </a:fld>
            <a:endParaRPr sz="1000">
              <a:solidFill>
                <a:srgbClr val="FFE5EA"/>
              </a:solidFill>
            </a:endParaRPr>
          </a:p>
        </p:txBody>
      </p:sp>
      <p:pic>
        <p:nvPicPr>
          <p:cNvPr descr="https://pitch-assets-ccb95893-de3f-4266-973c-20049231b248.s3.eu-west-1.amazonaws.com/29e16762-e8d3-4d00-ae35-1884f4acb128?pitch-bytes=1528868&amp;pitch-content-type=image%2Fpng" id="134" name="Google Shape;134;p21"/>
          <p:cNvPicPr preferRelativeResize="0"/>
          <p:nvPr/>
        </p:nvPicPr>
        <p:blipFill rotWithShape="1">
          <a:blip r:embed="rId3">
            <a:alphaModFix/>
          </a:blip>
          <a:srcRect b="14235" l="0" r="0" t="2707"/>
          <a:stretch/>
        </p:blipFill>
        <p:spPr>
          <a:xfrm>
            <a:off x="1881" y="-1619"/>
            <a:ext cx="4732752" cy="514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b6750a4a-0936-436f-86c0-298a1f1a493f?pitch-bytes=18976&amp;pitch-content-type=image%2Fpng" id="135" name="Google Shape;13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1" y="-1523"/>
            <a:ext cx="9142261" cy="51414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8e60bd6b-1aa1-4b8c-9588-2b27b299faee?pitch-bytes=16745&amp;pitch-content-type=image%2Fpng" id="136" name="Google Shape;13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82" y="4791936"/>
            <a:ext cx="267664" cy="26766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4989353" y="1529271"/>
            <a:ext cx="27432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500" u="none" cap="none" strike="noStrike">
                <a:solidFill>
                  <a:srgbClr val="FF3333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WHO ARE WE?</a:t>
            </a:r>
            <a:endParaRPr i="0" sz="1500" u="none" cap="none" strike="noStrike">
              <a:solidFill>
                <a:srgbClr val="000000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4990352" y="1912525"/>
            <a:ext cx="3239400" cy="9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1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700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Norway's largest incubator, accelerator, and early-stage investor for the country's most ambitious tech startups.</a:t>
            </a:r>
            <a:endParaRPr i="0" sz="1687" u="none" cap="none" strike="noStrike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FFE5EA"/>
                </a:solidFill>
              </a:rPr>
              <a:t>‹#›</a:t>
            </a:fld>
            <a:endParaRPr sz="1000">
              <a:solidFill>
                <a:srgbClr val="FFE5EA"/>
              </a:solidFill>
            </a:endParaRPr>
          </a:p>
        </p:txBody>
      </p:sp>
      <p:pic>
        <p:nvPicPr>
          <p:cNvPr descr="https://pitch-assets-ccb95893-de3f-4266-973c-20049231b248.s3.eu-west-1.amazonaws.com/29e16762-e8d3-4d00-ae35-1884f4acb128?pitch-bytes=1528868&amp;pitch-content-type=image%2Fpng" id="144" name="Google Shape;144;p22"/>
          <p:cNvPicPr preferRelativeResize="0"/>
          <p:nvPr/>
        </p:nvPicPr>
        <p:blipFill rotWithShape="1">
          <a:blip r:embed="rId3">
            <a:alphaModFix/>
          </a:blip>
          <a:srcRect b="14235" l="0" r="0" t="2707"/>
          <a:stretch/>
        </p:blipFill>
        <p:spPr>
          <a:xfrm>
            <a:off x="1881" y="-1619"/>
            <a:ext cx="4732752" cy="514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eb85e744-371e-469a-8890-e6826a60683a?pitch-bytes=16498&amp;pitch-content-type=image%2Fpng" id="145" name="Google Shape;14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1" y="-1523"/>
            <a:ext cx="9142261" cy="51414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8e60bd6b-1aa1-4b8c-9588-2b27b299faee?pitch-bytes=16745&amp;pitch-content-type=image%2Fpng" id="146" name="Google Shape;14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82" y="4791936"/>
            <a:ext cx="267664" cy="26766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/>
          <p:nvPr/>
        </p:nvSpPr>
        <p:spPr>
          <a:xfrm>
            <a:off x="4989353" y="1529271"/>
            <a:ext cx="27432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500" u="none" cap="none" strike="noStrike">
                <a:solidFill>
                  <a:srgbClr val="FF3333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WHO ARE WE?</a:t>
            </a:r>
            <a:endParaRPr i="0" sz="1500" u="none" cap="none" strike="noStrike">
              <a:solidFill>
                <a:srgbClr val="000000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148" name="Google Shape;148;p22"/>
          <p:cNvSpPr/>
          <p:nvPr/>
        </p:nvSpPr>
        <p:spPr>
          <a:xfrm>
            <a:off x="4990352" y="1912525"/>
            <a:ext cx="3239400" cy="9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1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700" u="none" cap="none" strike="noStrike">
                <a:solidFill>
                  <a:srgbClr val="1D2526"/>
                </a:solidFill>
                <a:latin typeface="Rubik"/>
                <a:ea typeface="Rubik"/>
                <a:cs typeface="Rubik"/>
                <a:sym typeface="Rubik"/>
              </a:rPr>
              <a:t>Norway's largest incubator, accelerator, and early-stage investor for the country's most ambitious tech startups.</a:t>
            </a:r>
            <a:endParaRPr i="0" sz="1687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2526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/>
          <p:nvPr/>
        </p:nvSpPr>
        <p:spPr>
          <a:xfrm>
            <a:off x="3068736" y="476668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rgbClr val="FF3333"/>
                </a:solidFill>
                <a:latin typeface="Rubik Medium"/>
                <a:ea typeface="Rubik Medium"/>
                <a:cs typeface="Rubik Medium"/>
                <a:sym typeface="Rubik Medium"/>
              </a:rPr>
              <a:t>INTRODUCTION</a:t>
            </a:r>
            <a:endParaRPr i="0" sz="135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154" name="Google Shape;154;p23"/>
          <p:cNvSpPr/>
          <p:nvPr/>
        </p:nvSpPr>
        <p:spPr>
          <a:xfrm>
            <a:off x="3068736" y="750948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History of our company</a:t>
            </a:r>
            <a:endParaRPr i="0" sz="135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5" name="Google Shape;155;p23"/>
          <p:cNvSpPr/>
          <p:nvPr/>
        </p:nvSpPr>
        <p:spPr>
          <a:xfrm>
            <a:off x="3068413" y="1347332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rgbClr val="FF3333"/>
                </a:solidFill>
                <a:latin typeface="Rubik Medium"/>
                <a:ea typeface="Rubik Medium"/>
                <a:cs typeface="Rubik Medium"/>
                <a:sym typeface="Rubik Medium"/>
              </a:rPr>
              <a:t>TEAM</a:t>
            </a:r>
            <a:endParaRPr i="0" sz="135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156" name="Google Shape;156;p23"/>
          <p:cNvSpPr/>
          <p:nvPr/>
        </p:nvSpPr>
        <p:spPr>
          <a:xfrm>
            <a:off x="3069368" y="1624830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Who's in the team</a:t>
            </a:r>
            <a:endParaRPr i="0" sz="135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7" name="Google Shape;157;p23"/>
          <p:cNvSpPr/>
          <p:nvPr/>
        </p:nvSpPr>
        <p:spPr>
          <a:xfrm>
            <a:off x="3068736" y="2236361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3333"/>
                </a:solidFill>
                <a:latin typeface="Rubik Medium"/>
                <a:ea typeface="Rubik Medium"/>
                <a:cs typeface="Rubik Medium"/>
                <a:sym typeface="Rubik Medium"/>
              </a:rPr>
              <a:t>DATA</a:t>
            </a:r>
            <a:endParaRPr i="0" sz="135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158" name="Google Shape;158;p23"/>
          <p:cNvSpPr/>
          <p:nvPr/>
        </p:nvSpPr>
        <p:spPr>
          <a:xfrm>
            <a:off x="3068736" y="2505877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What the numbers say</a:t>
            </a:r>
            <a:endParaRPr i="0" sz="135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9" name="Google Shape;159;p23"/>
          <p:cNvSpPr/>
          <p:nvPr/>
        </p:nvSpPr>
        <p:spPr>
          <a:xfrm>
            <a:off x="3068413" y="3118657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3333"/>
                </a:solidFill>
                <a:latin typeface="Rubik Medium"/>
                <a:ea typeface="Rubik Medium"/>
                <a:cs typeface="Rubik Medium"/>
                <a:sym typeface="Rubik Medium"/>
              </a:rPr>
              <a:t>PARTNERSHIP</a:t>
            </a:r>
            <a:endParaRPr i="0" sz="135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160" name="Google Shape;160;p23"/>
          <p:cNvSpPr/>
          <p:nvPr/>
        </p:nvSpPr>
        <p:spPr>
          <a:xfrm>
            <a:off x="3069368" y="3391393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What our </a:t>
            </a:r>
            <a:r>
              <a:rPr lang="en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partners</a:t>
            </a:r>
            <a:r>
              <a:rPr i="0" lang="en" sz="1400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 say</a:t>
            </a:r>
            <a:endParaRPr i="0" sz="135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61" name="Google Shape;161;p23"/>
          <p:cNvSpPr/>
          <p:nvPr/>
        </p:nvSpPr>
        <p:spPr>
          <a:xfrm>
            <a:off x="3068736" y="4036261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rgbClr val="FF3333"/>
                </a:solidFill>
                <a:latin typeface="Rubik Medium"/>
                <a:ea typeface="Rubik Medium"/>
                <a:cs typeface="Rubik Medium"/>
                <a:sym typeface="Rubik Medium"/>
              </a:rPr>
              <a:t>NEXT STEPS</a:t>
            </a:r>
            <a:endParaRPr i="0" sz="135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162" name="Google Shape;162;p23"/>
          <p:cNvSpPr/>
          <p:nvPr/>
        </p:nvSpPr>
        <p:spPr>
          <a:xfrm>
            <a:off x="3068736" y="4304933"/>
            <a:ext cx="6400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How we'll proceed</a:t>
            </a:r>
            <a:endParaRPr i="0" sz="135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cxnSp>
        <p:nvCxnSpPr>
          <p:cNvPr id="163" name="Google Shape;163;p23"/>
          <p:cNvCxnSpPr/>
          <p:nvPr/>
        </p:nvCxnSpPr>
        <p:spPr>
          <a:xfrm>
            <a:off x="3068878" y="1159952"/>
            <a:ext cx="351300" cy="0"/>
          </a:xfrm>
          <a:prstGeom prst="straightConnector1">
            <a:avLst/>
          </a:prstGeom>
          <a:solidFill>
            <a:srgbClr val="FFFFFF"/>
          </a:solidFill>
          <a:ln cap="flat" cmpd="sng" w="10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" name="Google Shape;164;p23"/>
          <p:cNvCxnSpPr/>
          <p:nvPr/>
        </p:nvCxnSpPr>
        <p:spPr>
          <a:xfrm>
            <a:off x="3068878" y="2050772"/>
            <a:ext cx="351300" cy="0"/>
          </a:xfrm>
          <a:prstGeom prst="straightConnector1">
            <a:avLst/>
          </a:prstGeom>
          <a:solidFill>
            <a:srgbClr val="FFFFFF"/>
          </a:solidFill>
          <a:ln cap="flat" cmpd="sng" w="10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" name="Google Shape;165;p23"/>
          <p:cNvCxnSpPr/>
          <p:nvPr/>
        </p:nvCxnSpPr>
        <p:spPr>
          <a:xfrm>
            <a:off x="3068878" y="2938243"/>
            <a:ext cx="351300" cy="0"/>
          </a:xfrm>
          <a:prstGeom prst="straightConnector1">
            <a:avLst/>
          </a:prstGeom>
          <a:solidFill>
            <a:srgbClr val="FFFFFF"/>
          </a:solidFill>
          <a:ln cap="flat" cmpd="sng" w="10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" name="Google Shape;166;p23"/>
          <p:cNvCxnSpPr/>
          <p:nvPr/>
        </p:nvCxnSpPr>
        <p:spPr>
          <a:xfrm>
            <a:off x="3068878" y="3825714"/>
            <a:ext cx="351300" cy="0"/>
          </a:xfrm>
          <a:prstGeom prst="straightConnector1">
            <a:avLst/>
          </a:prstGeom>
          <a:solidFill>
            <a:srgbClr val="FFFFFF"/>
          </a:solidFill>
          <a:ln cap="flat" cmpd="sng" w="10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23"/>
          <p:cNvSpPr/>
          <p:nvPr/>
        </p:nvSpPr>
        <p:spPr>
          <a:xfrm>
            <a:off x="475575" y="1271225"/>
            <a:ext cx="2204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2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3400" u="none" cap="none" strike="noStrike">
                <a:solidFill>
                  <a:srgbClr val="FFFFFF"/>
                </a:solidFill>
                <a:latin typeface="Rubik Medium"/>
                <a:ea typeface="Rubik Medium"/>
                <a:cs typeface="Rubik Medium"/>
                <a:sym typeface="Rubik Medium"/>
              </a:rPr>
              <a:t>AGENDA</a:t>
            </a:r>
            <a:endParaRPr i="0" sz="3375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pic>
        <p:nvPicPr>
          <p:cNvPr descr="https://pitch-assets-ccb95893-de3f-4266-973c-20049231b248.s3.eu-west-1.amazonaws.com/8e60bd6b-1aa1-4b8c-9588-2b27b299faee?pitch-bytes=16745&amp;pitch-content-type=image%2Fpng" id="168" name="Google Shape;16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82" y="4791936"/>
            <a:ext cx="267664" cy="267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2526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/>
          <p:nvPr/>
        </p:nvSpPr>
        <p:spPr>
          <a:xfrm>
            <a:off x="3056025" y="0"/>
            <a:ext cx="64008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526"/>
              </a:buClr>
              <a:buFont typeface="Arial"/>
              <a:buNone/>
            </a:pPr>
            <a:r>
              <a:rPr b="1" lang="en">
                <a:solidFill>
                  <a:srgbClr val="FFFFFF"/>
                </a:solidFill>
              </a:rPr>
              <a:t>08.30 </a:t>
            </a:r>
            <a:r>
              <a:rPr lang="en">
                <a:solidFill>
                  <a:srgbClr val="FFFFFF"/>
                </a:solidFill>
              </a:rPr>
              <a:t>—</a:t>
            </a:r>
            <a:r>
              <a:rPr b="1" lang="en">
                <a:solidFill>
                  <a:srgbClr val="FFFFFF"/>
                </a:solidFill>
              </a:rPr>
              <a:t> </a:t>
            </a:r>
            <a:r>
              <a:rPr lang="en">
                <a:solidFill>
                  <a:srgbClr val="FFFFFF"/>
                </a:solidFill>
              </a:rPr>
              <a:t>Doors open</a:t>
            </a:r>
            <a:endParaRPr sz="1350">
              <a:solidFill>
                <a:srgbClr val="1D25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526"/>
              </a:buClr>
              <a:buFont typeface="Arial"/>
              <a:buNone/>
            </a:pPr>
            <a:r>
              <a:t/>
            </a:r>
            <a:endParaRPr sz="1350">
              <a:solidFill>
                <a:srgbClr val="1D25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526"/>
              </a:buClr>
              <a:buFont typeface="Arial"/>
              <a:buNone/>
            </a:pPr>
            <a:r>
              <a:rPr b="1" lang="en">
                <a:solidFill>
                  <a:srgbClr val="FFFFFF"/>
                </a:solidFill>
              </a:rPr>
              <a:t>09.00 </a:t>
            </a:r>
            <a:r>
              <a:rPr lang="en">
                <a:solidFill>
                  <a:srgbClr val="FFFFFF"/>
                </a:solidFill>
              </a:rPr>
              <a:t>— Introduction</a:t>
            </a:r>
            <a:endParaRPr sz="1350">
              <a:solidFill>
                <a:srgbClr val="1D25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526"/>
              </a:buClr>
              <a:buFont typeface="Arial"/>
              <a:buNone/>
            </a:pPr>
            <a:r>
              <a:t/>
            </a:r>
            <a:endParaRPr sz="1350">
              <a:solidFill>
                <a:srgbClr val="1D25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526"/>
              </a:buClr>
              <a:buFont typeface="Arial"/>
              <a:buNone/>
            </a:pPr>
            <a:r>
              <a:rPr b="1" lang="en">
                <a:solidFill>
                  <a:srgbClr val="FFFFFF"/>
                </a:solidFill>
              </a:rPr>
              <a:t>09.30 </a:t>
            </a:r>
            <a:r>
              <a:rPr lang="en">
                <a:solidFill>
                  <a:srgbClr val="FFFFFF"/>
                </a:solidFill>
              </a:rPr>
              <a:t>— First speaker</a:t>
            </a:r>
            <a:endParaRPr sz="1350">
              <a:solidFill>
                <a:srgbClr val="1D25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526"/>
              </a:buClr>
              <a:buFont typeface="Arial"/>
              <a:buNone/>
            </a:pPr>
            <a:r>
              <a:t/>
            </a:r>
            <a:endParaRPr sz="1350">
              <a:solidFill>
                <a:srgbClr val="1D25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526"/>
              </a:buClr>
              <a:buFont typeface="Arial"/>
              <a:buNone/>
            </a:pPr>
            <a:r>
              <a:rPr b="1" lang="en">
                <a:solidFill>
                  <a:srgbClr val="FFFFFF"/>
                </a:solidFill>
              </a:rPr>
              <a:t>10:30 </a:t>
            </a:r>
            <a:r>
              <a:rPr lang="en">
                <a:solidFill>
                  <a:srgbClr val="FFFFFF"/>
                </a:solidFill>
              </a:rPr>
              <a:t>— Second speaker</a:t>
            </a:r>
            <a:endParaRPr sz="1350">
              <a:solidFill>
                <a:srgbClr val="1D25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526"/>
              </a:buClr>
              <a:buFont typeface="Arial"/>
              <a:buNone/>
            </a:pPr>
            <a:r>
              <a:t/>
            </a:r>
            <a:endParaRPr sz="1350">
              <a:solidFill>
                <a:srgbClr val="1D25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526"/>
              </a:buClr>
              <a:buFont typeface="Arial"/>
              <a:buNone/>
            </a:pPr>
            <a:r>
              <a:rPr b="1" lang="en">
                <a:solidFill>
                  <a:srgbClr val="FFFFFF"/>
                </a:solidFill>
              </a:rPr>
              <a:t>12.00 </a:t>
            </a:r>
            <a:r>
              <a:rPr lang="en">
                <a:solidFill>
                  <a:srgbClr val="FFFFFF"/>
                </a:solidFill>
              </a:rPr>
              <a:t>— Lunch</a:t>
            </a:r>
            <a:endParaRPr sz="1350">
              <a:solidFill>
                <a:srgbClr val="1D25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526"/>
              </a:buClr>
              <a:buFont typeface="Arial"/>
              <a:buNone/>
            </a:pPr>
            <a:r>
              <a:t/>
            </a:r>
            <a:endParaRPr sz="1350">
              <a:solidFill>
                <a:srgbClr val="1D25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526"/>
              </a:buClr>
              <a:buFont typeface="Arial"/>
              <a:buNone/>
            </a:pPr>
            <a:r>
              <a:rPr b="1" lang="en">
                <a:solidFill>
                  <a:srgbClr val="FFFFFF"/>
                </a:solidFill>
              </a:rPr>
              <a:t>13:30 </a:t>
            </a:r>
            <a:r>
              <a:rPr lang="en">
                <a:solidFill>
                  <a:srgbClr val="FFFFFF"/>
                </a:solidFill>
              </a:rPr>
              <a:t>— Mingling</a:t>
            </a:r>
            <a:endParaRPr sz="1350">
              <a:solidFill>
                <a:srgbClr val="1D25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526"/>
              </a:buClr>
              <a:buFont typeface="Arial"/>
              <a:buNone/>
            </a:pPr>
            <a:r>
              <a:t/>
            </a:r>
            <a:endParaRPr sz="1350">
              <a:solidFill>
                <a:srgbClr val="1D25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526"/>
              </a:buClr>
              <a:buFont typeface="Arial"/>
              <a:buNone/>
            </a:pPr>
            <a:r>
              <a:rPr b="1" lang="en">
                <a:solidFill>
                  <a:srgbClr val="FFFFFF"/>
                </a:solidFill>
              </a:rPr>
              <a:t>14:30 </a:t>
            </a:r>
            <a:r>
              <a:rPr lang="en">
                <a:solidFill>
                  <a:srgbClr val="FFFFFF"/>
                </a:solidFill>
              </a:rPr>
              <a:t>— Discussion</a:t>
            </a:r>
            <a:endParaRPr sz="1350">
              <a:solidFill>
                <a:srgbClr val="1D25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526"/>
              </a:buClr>
              <a:buFont typeface="Arial"/>
              <a:buNone/>
            </a:pPr>
            <a:r>
              <a:t/>
            </a:r>
            <a:endParaRPr sz="1350">
              <a:solidFill>
                <a:srgbClr val="1D25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16.00 </a:t>
            </a:r>
            <a:r>
              <a:rPr lang="en">
                <a:solidFill>
                  <a:srgbClr val="FFFFFF"/>
                </a:solidFill>
              </a:rPr>
              <a:t>— End</a:t>
            </a:r>
            <a:endParaRPr>
              <a:solidFill>
                <a:srgbClr val="FF3333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174" name="Google Shape;174;p24"/>
          <p:cNvSpPr/>
          <p:nvPr/>
        </p:nvSpPr>
        <p:spPr>
          <a:xfrm>
            <a:off x="475575" y="1271225"/>
            <a:ext cx="2204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2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3333"/>
                </a:solidFill>
                <a:latin typeface="Rubik Medium"/>
                <a:ea typeface="Rubik Medium"/>
                <a:cs typeface="Rubik Medium"/>
                <a:sym typeface="Rubik Medium"/>
              </a:rPr>
              <a:t>PROGRAM</a:t>
            </a:r>
            <a:endParaRPr i="0" sz="3000" u="none" cap="none" strike="noStrike">
              <a:solidFill>
                <a:srgbClr val="FF3333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pic>
        <p:nvPicPr>
          <p:cNvPr descr="https://pitch-assets-ccb95893-de3f-4266-973c-20049231b248.s3.eu-west-1.amazonaws.com/8e60bd6b-1aa1-4b8c-9588-2b27b299faee?pitch-bytes=16745&amp;pitch-content-type=image%2Fpng" id="175" name="Google Shape;17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82" y="4791936"/>
            <a:ext cx="267664" cy="267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images.unsplash.com/photo-1533901567451-7a6e68d6cd8f?crop=entropy&amp;cs=tinysrgb&amp;fit=max&amp;fm=jpg&amp;ixid=MnwyMTIyMnwwfDF8c2VhcmNofDF8fGZvdW5kZXJ8ZW58MHx8fHwxNjgzMDM3MDAz&amp;ixlib=rb-4.0.3&amp;q=80&amp;w=1080" id="180" name="Google Shape;180;p25"/>
          <p:cNvPicPr preferRelativeResize="0"/>
          <p:nvPr/>
        </p:nvPicPr>
        <p:blipFill rotWithShape="1">
          <a:blip r:embed="rId3">
            <a:alphaModFix/>
          </a:blip>
          <a:srcRect b="0" l="1918" r="12450" t="0"/>
          <a:stretch/>
        </p:blipFill>
        <p:spPr>
          <a:xfrm>
            <a:off x="2854186" y="200253"/>
            <a:ext cx="2987720" cy="23261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images.unsplash.com/flagged/photo-1553028826-ccdfc006d078?crop=entropy&amp;cs=tinysrgb&amp;fit=max&amp;fm=jpg&amp;ixid=MnwyMTIyMnwwfDF8c2VhcmNofDEyfHxmb3VuZGVyc3xlbnwwfHx8fDE2ODMwMzcxMTQ&amp;ixlib=rb-4.0.3&amp;q=80&amp;w=1080" id="181" name="Google Shape;181;p25"/>
          <p:cNvPicPr preferRelativeResize="0"/>
          <p:nvPr/>
        </p:nvPicPr>
        <p:blipFill rotWithShape="1">
          <a:blip r:embed="rId4">
            <a:alphaModFix/>
          </a:blip>
          <a:srcRect b="0" l="1918" r="12450" t="0"/>
          <a:stretch/>
        </p:blipFill>
        <p:spPr>
          <a:xfrm>
            <a:off x="5976427" y="2611717"/>
            <a:ext cx="2987720" cy="23261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29e16762-e8d3-4d00-ae35-1884f4acb128?pitch-bytes=1528868&amp;pitch-content-type=image%2Fpng" id="182" name="Google Shape;182;p25"/>
          <p:cNvPicPr preferRelativeResize="0"/>
          <p:nvPr/>
        </p:nvPicPr>
        <p:blipFill rotWithShape="1">
          <a:blip r:embed="rId5">
            <a:alphaModFix/>
          </a:blip>
          <a:srcRect b="26012" l="0" r="0" t="14488"/>
          <a:stretch/>
        </p:blipFill>
        <p:spPr>
          <a:xfrm>
            <a:off x="2855385" y="2611717"/>
            <a:ext cx="2987719" cy="2326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images.unsplash.com/photo-1557804506-669a67965ba0?crop=entropy&amp;cs=tinysrgb&amp;fit=max&amp;fm=jpg&amp;ixid=MnwyMTIyMnwwfDF8c2VhcmNofDR8fGZvdW5kZXJzfGVufDB8fHx8MTY4MzAzNjk2Nw&amp;ixlib=rb-4.0.3&amp;q=80&amp;w=1080" id="183" name="Google Shape;183;p25"/>
          <p:cNvPicPr preferRelativeResize="0"/>
          <p:nvPr/>
        </p:nvPicPr>
        <p:blipFill rotWithShape="1">
          <a:blip r:embed="rId6">
            <a:alphaModFix/>
          </a:blip>
          <a:srcRect b="0" l="2080" r="1598" t="0"/>
          <a:stretch/>
        </p:blipFill>
        <p:spPr>
          <a:xfrm>
            <a:off x="5978585" y="199053"/>
            <a:ext cx="2987720" cy="23261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a80478d0-e571-4135-9b16-4466ae6c9d45?pitch-bytes=50892&amp;pitch-content-type=image%2Fpng" id="184" name="Google Shape;184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41" y="-1523"/>
            <a:ext cx="9142260" cy="514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5"/>
          <p:cNvSpPr/>
          <p:nvPr/>
        </p:nvSpPr>
        <p:spPr>
          <a:xfrm>
            <a:off x="247119" y="376644"/>
            <a:ext cx="2743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500" u="none" cap="none" strike="noStrike">
                <a:solidFill>
                  <a:srgbClr val="FF3333"/>
                </a:solidFill>
                <a:latin typeface="Rubik Medium"/>
                <a:ea typeface="Rubik Medium"/>
                <a:cs typeface="Rubik Medium"/>
                <a:sym typeface="Rubik Medium"/>
              </a:rPr>
              <a:t>HEADLINE, TWO LINES MAXIMUM</a:t>
            </a:r>
            <a:endParaRPr i="0" sz="150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186" name="Google Shape;186;p25"/>
          <p:cNvSpPr/>
          <p:nvPr/>
        </p:nvSpPr>
        <p:spPr>
          <a:xfrm>
            <a:off x="248104" y="905825"/>
            <a:ext cx="2743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Keep text as short as possible; if necessary, add more information to a separate slide that's only visible in downloaded version</a:t>
            </a:r>
            <a:endParaRPr i="0" sz="105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descr="https://pitch-assets-ccb95893-de3f-4266-973c-20049231b248.s3.eu-west-1.amazonaws.com/8e60bd6b-1aa1-4b8c-9588-2b27b299faee?pitch-bytes=16745&amp;pitch-content-type=image%2Fpng" id="187" name="Google Shape;187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582" y="4791936"/>
            <a:ext cx="267664" cy="267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images.unsplash.com/photo-1533901567451-7a6e68d6cd8f?crop=entropy&amp;cs=tinysrgb&amp;fit=max&amp;fm=jpg&amp;ixid=MnwyMTIyMnwwfDF8c2VhcmNofDF8fGZvdW5kZXJ8ZW58MHx8fHwxNjgzMDM3MDAz&amp;ixlib=rb-4.0.3&amp;q=80&amp;w=1080" id="192" name="Google Shape;192;p26"/>
          <p:cNvPicPr preferRelativeResize="0"/>
          <p:nvPr/>
        </p:nvPicPr>
        <p:blipFill rotWithShape="1">
          <a:blip r:embed="rId3">
            <a:alphaModFix/>
          </a:blip>
          <a:srcRect b="0" l="1918" r="12450" t="0"/>
          <a:stretch/>
        </p:blipFill>
        <p:spPr>
          <a:xfrm>
            <a:off x="2854186" y="200253"/>
            <a:ext cx="2987720" cy="23261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images.unsplash.com/flagged/photo-1553028826-ccdfc006d078?crop=entropy&amp;cs=tinysrgb&amp;fit=max&amp;fm=jpg&amp;ixid=MnwyMTIyMnwwfDF8c2VhcmNofDEyfHxmb3VuZGVyc3xlbnwwfHx8fDE2ODMwMzcxMTQ&amp;ixlib=rb-4.0.3&amp;q=80&amp;w=1080" id="193" name="Google Shape;193;p26"/>
          <p:cNvPicPr preferRelativeResize="0"/>
          <p:nvPr/>
        </p:nvPicPr>
        <p:blipFill rotWithShape="1">
          <a:blip r:embed="rId4">
            <a:alphaModFix/>
          </a:blip>
          <a:srcRect b="0" l="1918" r="12450" t="0"/>
          <a:stretch/>
        </p:blipFill>
        <p:spPr>
          <a:xfrm>
            <a:off x="5976427" y="2611717"/>
            <a:ext cx="2987720" cy="23261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29e16762-e8d3-4d00-ae35-1884f4acb128?pitch-bytes=1528868&amp;pitch-content-type=image%2Fpng" id="194" name="Google Shape;194;p26"/>
          <p:cNvPicPr preferRelativeResize="0"/>
          <p:nvPr/>
        </p:nvPicPr>
        <p:blipFill rotWithShape="1">
          <a:blip r:embed="rId5">
            <a:alphaModFix/>
          </a:blip>
          <a:srcRect b="26012" l="0" r="0" t="14488"/>
          <a:stretch/>
        </p:blipFill>
        <p:spPr>
          <a:xfrm>
            <a:off x="2855385" y="2611717"/>
            <a:ext cx="2987719" cy="2326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images.unsplash.com/photo-1557804506-669a67965ba0?crop=entropy&amp;cs=tinysrgb&amp;fit=max&amp;fm=jpg&amp;ixid=MnwyMTIyMnwwfDF8c2VhcmNofDR8fGZvdW5kZXJzfGVufDB8fHx8MTY4MzAzNjk2Nw&amp;ixlib=rb-4.0.3&amp;q=80&amp;w=1080" id="195" name="Google Shape;195;p26"/>
          <p:cNvPicPr preferRelativeResize="0"/>
          <p:nvPr/>
        </p:nvPicPr>
        <p:blipFill rotWithShape="1">
          <a:blip r:embed="rId6">
            <a:alphaModFix/>
          </a:blip>
          <a:srcRect b="0" l="2080" r="1598" t="0"/>
          <a:stretch/>
        </p:blipFill>
        <p:spPr>
          <a:xfrm>
            <a:off x="5978585" y="199053"/>
            <a:ext cx="2987720" cy="23261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2c128974-d07d-4e4f-a2dd-7a72db9eeced?pitch-bytes=49986&amp;pitch-content-type=image%2Fpng" id="196" name="Google Shape;196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41" y="-1523"/>
            <a:ext cx="9142260" cy="514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6"/>
          <p:cNvSpPr/>
          <p:nvPr/>
        </p:nvSpPr>
        <p:spPr>
          <a:xfrm>
            <a:off x="247119" y="376644"/>
            <a:ext cx="2743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500" u="none" cap="none" strike="noStrike">
                <a:solidFill>
                  <a:srgbClr val="FF3333"/>
                </a:solidFill>
                <a:latin typeface="Rubik Medium"/>
                <a:ea typeface="Rubik Medium"/>
                <a:cs typeface="Rubik Medium"/>
                <a:sym typeface="Rubik Medium"/>
              </a:rPr>
              <a:t>HEADLINE, TWO LINES MAXIMUM</a:t>
            </a:r>
            <a:endParaRPr i="0" sz="150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248104" y="905825"/>
            <a:ext cx="2743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1D2526"/>
                </a:solidFill>
                <a:latin typeface="Rubik"/>
                <a:ea typeface="Rubik"/>
                <a:cs typeface="Rubik"/>
                <a:sym typeface="Rubik"/>
              </a:rPr>
              <a:t>Keep text as short as possible; if necessary, add more information to a separate slide that's only visible in downloaded version</a:t>
            </a:r>
            <a:endParaRPr i="0" sz="1050" u="none" cap="none" strike="noStrike">
              <a:solidFill>
                <a:srgbClr val="1D2526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descr="https://pitch-assets-ccb95893-de3f-4266-973c-20049231b248.s3.eu-west-1.amazonaws.com/8e60bd6b-1aa1-4b8c-9588-2b27b299faee?pitch-bytes=16745&amp;pitch-content-type=image%2Fpng" id="199" name="Google Shape;199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582" y="4791936"/>
            <a:ext cx="267664" cy="267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images.unsplash.com/photo-1533901567451-7a6e68d6cd8f?crop=entropy&amp;cs=tinysrgb&amp;fit=max&amp;fm=jpg&amp;ixid=MnwyMTIyMnwwfDF8c2VhcmNofDF8fGZvdW5kZXJ8ZW58MHx8fHwxNjgzMDM3MDAz&amp;ixlib=rb-4.0.3&amp;q=80&amp;w=1080" id="204" name="Google Shape;204;p27"/>
          <p:cNvPicPr preferRelativeResize="0"/>
          <p:nvPr/>
        </p:nvPicPr>
        <p:blipFill rotWithShape="1">
          <a:blip r:embed="rId3">
            <a:alphaModFix/>
          </a:blip>
          <a:srcRect b="0" l="1918" r="12450" t="0"/>
          <a:stretch/>
        </p:blipFill>
        <p:spPr>
          <a:xfrm>
            <a:off x="2854186" y="200253"/>
            <a:ext cx="2987720" cy="23261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images.unsplash.com/flagged/photo-1553028826-ccdfc006d078?crop=entropy&amp;cs=tinysrgb&amp;fit=max&amp;fm=jpg&amp;ixid=MnwyMTIyMnwwfDF8c2VhcmNofDEyfHxmb3VuZGVyc3xlbnwwfHx8fDE2ODMwMzcxMTQ&amp;ixlib=rb-4.0.3&amp;q=80&amp;w=1080" id="205" name="Google Shape;205;p27"/>
          <p:cNvPicPr preferRelativeResize="0"/>
          <p:nvPr/>
        </p:nvPicPr>
        <p:blipFill rotWithShape="1">
          <a:blip r:embed="rId4">
            <a:alphaModFix/>
          </a:blip>
          <a:srcRect b="0" l="1918" r="12450" t="0"/>
          <a:stretch/>
        </p:blipFill>
        <p:spPr>
          <a:xfrm>
            <a:off x="5976427" y="2611717"/>
            <a:ext cx="2987720" cy="23261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29e16762-e8d3-4d00-ae35-1884f4acb128?pitch-bytes=1528868&amp;pitch-content-type=image%2Fpng" id="206" name="Google Shape;206;p27"/>
          <p:cNvPicPr preferRelativeResize="0"/>
          <p:nvPr/>
        </p:nvPicPr>
        <p:blipFill rotWithShape="1">
          <a:blip r:embed="rId5">
            <a:alphaModFix/>
          </a:blip>
          <a:srcRect b="26012" l="0" r="0" t="14488"/>
          <a:stretch/>
        </p:blipFill>
        <p:spPr>
          <a:xfrm>
            <a:off x="2855385" y="2611717"/>
            <a:ext cx="2987719" cy="2326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images.unsplash.com/photo-1557804506-669a67965ba0?crop=entropy&amp;cs=tinysrgb&amp;fit=max&amp;fm=jpg&amp;ixid=MnwyMTIyMnwwfDF8c2VhcmNofDR8fGZvdW5kZXJzfGVufDB8fHx8MTY4MzAzNjk2Nw&amp;ixlib=rb-4.0.3&amp;q=80&amp;w=1080" id="207" name="Google Shape;207;p27"/>
          <p:cNvPicPr preferRelativeResize="0"/>
          <p:nvPr/>
        </p:nvPicPr>
        <p:blipFill rotWithShape="1">
          <a:blip r:embed="rId6">
            <a:alphaModFix/>
          </a:blip>
          <a:srcRect b="0" l="2080" r="1598" t="0"/>
          <a:stretch/>
        </p:blipFill>
        <p:spPr>
          <a:xfrm>
            <a:off x="5978585" y="199053"/>
            <a:ext cx="2987720" cy="23261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1dd9d967-4c07-4a6e-babc-be6259f97bc1?pitch-bytes=50628&amp;pitch-content-type=image%2Fpng" id="208" name="Google Shape;208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41" y="-1523"/>
            <a:ext cx="9142260" cy="514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7"/>
          <p:cNvSpPr/>
          <p:nvPr/>
        </p:nvSpPr>
        <p:spPr>
          <a:xfrm>
            <a:off x="247119" y="376644"/>
            <a:ext cx="2743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500" u="none" cap="none" strike="noStrike">
                <a:solidFill>
                  <a:srgbClr val="FF3333"/>
                </a:solidFill>
                <a:latin typeface="Rubik Medium"/>
                <a:ea typeface="Rubik Medium"/>
                <a:cs typeface="Rubik Medium"/>
                <a:sym typeface="Rubik Medium"/>
              </a:rPr>
              <a:t>HEADLINE, TWO LINES MAXIMUM</a:t>
            </a:r>
            <a:endParaRPr i="0" sz="150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210" name="Google Shape;210;p27"/>
          <p:cNvSpPr/>
          <p:nvPr/>
        </p:nvSpPr>
        <p:spPr>
          <a:xfrm>
            <a:off x="248104" y="905825"/>
            <a:ext cx="2743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1D2526"/>
                </a:solidFill>
                <a:latin typeface="Rubik"/>
                <a:ea typeface="Rubik"/>
                <a:cs typeface="Rubik"/>
                <a:sym typeface="Rubik"/>
              </a:rPr>
              <a:t>Keep text as short as possible; if necessary, add more information to a separate slide that's only visible in downloaded version</a:t>
            </a:r>
            <a:endParaRPr i="0" sz="1050" u="none" cap="none" strike="noStrike">
              <a:solidFill>
                <a:srgbClr val="1D2526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descr="https://pitch-assets-ccb95893-de3f-4266-973c-20049231b248.s3.eu-west-1.amazonaws.com/8e60bd6b-1aa1-4b8c-9588-2b27b299faee?pitch-bytes=16745&amp;pitch-content-type=image%2Fpng" id="211" name="Google Shape;211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582" y="4791936"/>
            <a:ext cx="267664" cy="267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images.unsplash.com/photo-1533901567451-7a6e68d6cd8f?crop=entropy&amp;cs=tinysrgb&amp;fit=max&amp;fm=jpg&amp;ixid=MnwyMTIyMnwwfDF8c2VhcmNofDF8fGZvdW5kZXJ8ZW58MHx8fHwxNjgzMDM3MDAz&amp;ixlib=rb-4.0.3&amp;q=80&amp;w=1080" id="216" name="Google Shape;216;p28"/>
          <p:cNvPicPr preferRelativeResize="0"/>
          <p:nvPr/>
        </p:nvPicPr>
        <p:blipFill rotWithShape="1">
          <a:blip r:embed="rId3">
            <a:alphaModFix/>
          </a:blip>
          <a:srcRect b="0" l="1918" r="12450" t="0"/>
          <a:stretch/>
        </p:blipFill>
        <p:spPr>
          <a:xfrm>
            <a:off x="2854175" y="96449"/>
            <a:ext cx="3121049" cy="24299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images.unsplash.com/flagged/photo-1553028826-ccdfc006d078?crop=entropy&amp;cs=tinysrgb&amp;fit=max&amp;fm=jpg&amp;ixid=MnwyMTIyMnwwfDF8c2VhcmNofDEyfHxmb3VuZGVyc3xlbnwwfHx8fDE2ODMwMzcxMTQ&amp;ixlib=rb-4.0.3&amp;q=80&amp;w=1080" id="217" name="Google Shape;217;p28"/>
          <p:cNvPicPr preferRelativeResize="0"/>
          <p:nvPr/>
        </p:nvPicPr>
        <p:blipFill rotWithShape="1">
          <a:blip r:embed="rId4">
            <a:alphaModFix/>
          </a:blip>
          <a:srcRect b="0" l="1921" r="15618" t="0"/>
          <a:stretch/>
        </p:blipFill>
        <p:spPr>
          <a:xfrm>
            <a:off x="6031725" y="2571750"/>
            <a:ext cx="3049399" cy="24654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29e16762-e8d3-4d00-ae35-1884f4acb128?pitch-bytes=1528868&amp;pitch-content-type=image%2Fpng" id="218" name="Google Shape;218;p28"/>
          <p:cNvPicPr preferRelativeResize="0"/>
          <p:nvPr/>
        </p:nvPicPr>
        <p:blipFill rotWithShape="1">
          <a:blip r:embed="rId5">
            <a:alphaModFix/>
          </a:blip>
          <a:srcRect b="26012" l="0" r="1438" t="14488"/>
          <a:stretch/>
        </p:blipFill>
        <p:spPr>
          <a:xfrm>
            <a:off x="2854175" y="2571750"/>
            <a:ext cx="3121050" cy="24654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images.unsplash.com/photo-1557804506-669a67965ba0?crop=entropy&amp;cs=tinysrgb&amp;fit=max&amp;fm=jpg&amp;ixid=MnwyMTIyMnwwfDF8c2VhcmNofDR8fGZvdW5kZXJzfGVufDB8fHx8MTY4MzAzNjk2Nw&amp;ixlib=rb-4.0.3&amp;q=80&amp;w=1080" id="219" name="Google Shape;219;p28"/>
          <p:cNvPicPr preferRelativeResize="0"/>
          <p:nvPr/>
        </p:nvPicPr>
        <p:blipFill rotWithShape="1">
          <a:blip r:embed="rId6">
            <a:alphaModFix/>
          </a:blip>
          <a:srcRect b="0" l="3679" r="1000" t="0"/>
          <a:stretch/>
        </p:blipFill>
        <p:spPr>
          <a:xfrm>
            <a:off x="6054550" y="96450"/>
            <a:ext cx="3088576" cy="242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8"/>
          <p:cNvPicPr preferRelativeResize="0"/>
          <p:nvPr/>
        </p:nvPicPr>
        <p:blipFill rotWithShape="1">
          <a:blip r:embed="rId7">
            <a:alphaModFix/>
          </a:blip>
          <a:srcRect b="9" l="0" r="0" t="9"/>
          <a:stretch/>
        </p:blipFill>
        <p:spPr>
          <a:xfrm>
            <a:off x="866" y="1027"/>
            <a:ext cx="9142262" cy="514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8"/>
          <p:cNvSpPr/>
          <p:nvPr/>
        </p:nvSpPr>
        <p:spPr>
          <a:xfrm>
            <a:off x="247119" y="376644"/>
            <a:ext cx="2743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500" u="none" cap="none" strike="noStrike">
                <a:solidFill>
                  <a:srgbClr val="FF3333"/>
                </a:solidFill>
                <a:latin typeface="Rubik Medium"/>
                <a:ea typeface="Rubik Medium"/>
                <a:cs typeface="Rubik Medium"/>
                <a:sym typeface="Rubik Medium"/>
              </a:rPr>
              <a:t>HEADLINE, TWO LINES MAXIMUM</a:t>
            </a:r>
            <a:endParaRPr i="0" sz="150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222" name="Google Shape;222;p28"/>
          <p:cNvSpPr/>
          <p:nvPr/>
        </p:nvSpPr>
        <p:spPr>
          <a:xfrm>
            <a:off x="248104" y="905825"/>
            <a:ext cx="2743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Keep text as short as possible; if necessary, add more information to a separate slide that's only visible in downloaded version</a:t>
            </a:r>
            <a:endParaRPr i="0" sz="105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descr="https://pitch-assets-ccb95893-de3f-4266-973c-20049231b248.s3.eu-west-1.amazonaws.com/8e60bd6b-1aa1-4b8c-9588-2b27b299faee?pitch-bytes=16745&amp;pitch-content-type=image%2Fpng" id="223" name="Google Shape;223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582" y="4791936"/>
            <a:ext cx="267664" cy="267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images.unsplash.com/photo-1533901567451-7a6e68d6cd8f?crop=entropy&amp;cs=tinysrgb&amp;fit=max&amp;fm=jpg&amp;ixid=MnwyMTIyMnwwfDF8c2VhcmNofDF8fGZvdW5kZXJ8ZW58MHx8fHwxNjgzMDM3MDAz&amp;ixlib=rb-4.0.3&amp;q=80&amp;w=1080" id="228" name="Google Shape;228;p29"/>
          <p:cNvPicPr preferRelativeResize="0"/>
          <p:nvPr/>
        </p:nvPicPr>
        <p:blipFill rotWithShape="1">
          <a:blip r:embed="rId3">
            <a:alphaModFix/>
          </a:blip>
          <a:srcRect b="0" l="1918" r="12450" t="0"/>
          <a:stretch/>
        </p:blipFill>
        <p:spPr>
          <a:xfrm>
            <a:off x="2854175" y="96449"/>
            <a:ext cx="3121049" cy="24299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images.unsplash.com/flagged/photo-1553028826-ccdfc006d078?crop=entropy&amp;cs=tinysrgb&amp;fit=max&amp;fm=jpg&amp;ixid=MnwyMTIyMnwwfDF8c2VhcmNofDEyfHxmb3VuZGVyc3xlbnwwfHx8fDE2ODMwMzcxMTQ&amp;ixlib=rb-4.0.3&amp;q=80&amp;w=1080" id="229" name="Google Shape;229;p29"/>
          <p:cNvPicPr preferRelativeResize="0"/>
          <p:nvPr/>
        </p:nvPicPr>
        <p:blipFill rotWithShape="1">
          <a:blip r:embed="rId4">
            <a:alphaModFix/>
          </a:blip>
          <a:srcRect b="0" l="1921" r="15618" t="0"/>
          <a:stretch/>
        </p:blipFill>
        <p:spPr>
          <a:xfrm>
            <a:off x="6031725" y="2571750"/>
            <a:ext cx="3049399" cy="24654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29e16762-e8d3-4d00-ae35-1884f4acb128?pitch-bytes=1528868&amp;pitch-content-type=image%2Fpng" id="230" name="Google Shape;230;p29"/>
          <p:cNvPicPr preferRelativeResize="0"/>
          <p:nvPr/>
        </p:nvPicPr>
        <p:blipFill rotWithShape="1">
          <a:blip r:embed="rId5">
            <a:alphaModFix/>
          </a:blip>
          <a:srcRect b="26012" l="0" r="1438" t="14488"/>
          <a:stretch/>
        </p:blipFill>
        <p:spPr>
          <a:xfrm>
            <a:off x="2854175" y="2571750"/>
            <a:ext cx="3121050" cy="24654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images.unsplash.com/photo-1557804506-669a67965ba0?crop=entropy&amp;cs=tinysrgb&amp;fit=max&amp;fm=jpg&amp;ixid=MnwyMTIyMnwwfDF8c2VhcmNofDR8fGZvdW5kZXJzfGVufDB8fHx8MTY4MzAzNjk2Nw&amp;ixlib=rb-4.0.3&amp;q=80&amp;w=1080" id="231" name="Google Shape;231;p29"/>
          <p:cNvPicPr preferRelativeResize="0"/>
          <p:nvPr/>
        </p:nvPicPr>
        <p:blipFill rotWithShape="1">
          <a:blip r:embed="rId6">
            <a:alphaModFix/>
          </a:blip>
          <a:srcRect b="0" l="3679" r="1000" t="0"/>
          <a:stretch/>
        </p:blipFill>
        <p:spPr>
          <a:xfrm>
            <a:off x="6054550" y="96450"/>
            <a:ext cx="3088576" cy="242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9"/>
          <p:cNvPicPr preferRelativeResize="0"/>
          <p:nvPr/>
        </p:nvPicPr>
        <p:blipFill rotWithShape="1">
          <a:blip r:embed="rId7">
            <a:alphaModFix/>
          </a:blip>
          <a:srcRect b="9" l="0" r="0" t="9"/>
          <a:stretch/>
        </p:blipFill>
        <p:spPr>
          <a:xfrm>
            <a:off x="866" y="-1523"/>
            <a:ext cx="9142262" cy="514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9"/>
          <p:cNvSpPr/>
          <p:nvPr/>
        </p:nvSpPr>
        <p:spPr>
          <a:xfrm>
            <a:off x="247119" y="376644"/>
            <a:ext cx="2743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500" u="none" cap="none" strike="noStrike">
                <a:solidFill>
                  <a:srgbClr val="FF3333"/>
                </a:solidFill>
                <a:latin typeface="Rubik Medium"/>
                <a:ea typeface="Rubik Medium"/>
                <a:cs typeface="Rubik Medium"/>
                <a:sym typeface="Rubik Medium"/>
              </a:rPr>
              <a:t>HEADLINE, TWO LINES MAXIMUM</a:t>
            </a:r>
            <a:endParaRPr i="0" sz="150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234" name="Google Shape;234;p29"/>
          <p:cNvSpPr/>
          <p:nvPr/>
        </p:nvSpPr>
        <p:spPr>
          <a:xfrm>
            <a:off x="248104" y="905825"/>
            <a:ext cx="2743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1D2526"/>
                </a:solidFill>
                <a:latin typeface="Rubik"/>
                <a:ea typeface="Rubik"/>
                <a:cs typeface="Rubik"/>
                <a:sym typeface="Rubik"/>
              </a:rPr>
              <a:t>Keep text as short as possible; if necessary, add more information to a separate slide that's only visible in downloaded version</a:t>
            </a:r>
            <a:endParaRPr i="0" sz="1050" u="none" cap="none" strike="noStrike">
              <a:solidFill>
                <a:srgbClr val="1D2526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descr="https://pitch-assets-ccb95893-de3f-4266-973c-20049231b248.s3.eu-west-1.amazonaws.com/8e60bd6b-1aa1-4b8c-9588-2b27b299faee?pitch-bytes=16745&amp;pitch-content-type=image%2Fpng" id="235" name="Google Shape;235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582" y="4791936"/>
            <a:ext cx="267664" cy="267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images.unsplash.com/photo-1533901567451-7a6e68d6cd8f?crop=entropy&amp;cs=tinysrgb&amp;fit=max&amp;fm=jpg&amp;ixid=MnwyMTIyMnwwfDF8c2VhcmNofDF8fGZvdW5kZXJ8ZW58MHx8fHwxNjgzMDM3MDAz&amp;ixlib=rb-4.0.3&amp;q=80&amp;w=1080" id="240" name="Google Shape;240;p30"/>
          <p:cNvPicPr preferRelativeResize="0"/>
          <p:nvPr/>
        </p:nvPicPr>
        <p:blipFill rotWithShape="1">
          <a:blip r:embed="rId3">
            <a:alphaModFix/>
          </a:blip>
          <a:srcRect b="0" l="1918" r="12450" t="0"/>
          <a:stretch/>
        </p:blipFill>
        <p:spPr>
          <a:xfrm>
            <a:off x="2854175" y="96449"/>
            <a:ext cx="3121049" cy="24299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images.unsplash.com/flagged/photo-1553028826-ccdfc006d078?crop=entropy&amp;cs=tinysrgb&amp;fit=max&amp;fm=jpg&amp;ixid=MnwyMTIyMnwwfDF8c2VhcmNofDEyfHxmb3VuZGVyc3xlbnwwfHx8fDE2ODMwMzcxMTQ&amp;ixlib=rb-4.0.3&amp;q=80&amp;w=1080" id="241" name="Google Shape;241;p30"/>
          <p:cNvPicPr preferRelativeResize="0"/>
          <p:nvPr/>
        </p:nvPicPr>
        <p:blipFill rotWithShape="1">
          <a:blip r:embed="rId4">
            <a:alphaModFix/>
          </a:blip>
          <a:srcRect b="0" l="1921" r="15618" t="0"/>
          <a:stretch/>
        </p:blipFill>
        <p:spPr>
          <a:xfrm>
            <a:off x="6031725" y="2571750"/>
            <a:ext cx="3049399" cy="24654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29e16762-e8d3-4d00-ae35-1884f4acb128?pitch-bytes=1528868&amp;pitch-content-type=image%2Fpng" id="242" name="Google Shape;242;p30"/>
          <p:cNvPicPr preferRelativeResize="0"/>
          <p:nvPr/>
        </p:nvPicPr>
        <p:blipFill rotWithShape="1">
          <a:blip r:embed="rId5">
            <a:alphaModFix/>
          </a:blip>
          <a:srcRect b="26012" l="0" r="1438" t="14488"/>
          <a:stretch/>
        </p:blipFill>
        <p:spPr>
          <a:xfrm>
            <a:off x="2854175" y="2571750"/>
            <a:ext cx="3121050" cy="24654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images.unsplash.com/photo-1557804506-669a67965ba0?crop=entropy&amp;cs=tinysrgb&amp;fit=max&amp;fm=jpg&amp;ixid=MnwyMTIyMnwwfDF8c2VhcmNofDR8fGZvdW5kZXJzfGVufDB8fHx8MTY4MzAzNjk2Nw&amp;ixlib=rb-4.0.3&amp;q=80&amp;w=1080" id="243" name="Google Shape;243;p30"/>
          <p:cNvPicPr preferRelativeResize="0"/>
          <p:nvPr/>
        </p:nvPicPr>
        <p:blipFill rotWithShape="1">
          <a:blip r:embed="rId6">
            <a:alphaModFix/>
          </a:blip>
          <a:srcRect b="0" l="3679" r="1000" t="0"/>
          <a:stretch/>
        </p:blipFill>
        <p:spPr>
          <a:xfrm>
            <a:off x="6054550" y="96450"/>
            <a:ext cx="3088576" cy="242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0"/>
          <p:cNvPicPr preferRelativeResize="0"/>
          <p:nvPr/>
        </p:nvPicPr>
        <p:blipFill rotWithShape="1">
          <a:blip r:embed="rId7">
            <a:alphaModFix/>
          </a:blip>
          <a:srcRect b="9" l="0" r="0" t="9"/>
          <a:stretch/>
        </p:blipFill>
        <p:spPr>
          <a:xfrm>
            <a:off x="866" y="-1523"/>
            <a:ext cx="9142262" cy="514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0"/>
          <p:cNvSpPr/>
          <p:nvPr/>
        </p:nvSpPr>
        <p:spPr>
          <a:xfrm>
            <a:off x="247119" y="376644"/>
            <a:ext cx="2743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500" u="none" cap="none" strike="noStrike">
                <a:solidFill>
                  <a:srgbClr val="FF3333"/>
                </a:solidFill>
                <a:latin typeface="Rubik Medium"/>
                <a:ea typeface="Rubik Medium"/>
                <a:cs typeface="Rubik Medium"/>
                <a:sym typeface="Rubik Medium"/>
              </a:rPr>
              <a:t>HEADLINE, TWO LINES MAXIMUM</a:t>
            </a:r>
            <a:endParaRPr i="0" sz="150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246" name="Google Shape;246;p30"/>
          <p:cNvSpPr/>
          <p:nvPr/>
        </p:nvSpPr>
        <p:spPr>
          <a:xfrm>
            <a:off x="248104" y="905825"/>
            <a:ext cx="2743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1D2526"/>
                </a:solidFill>
                <a:latin typeface="Rubik"/>
                <a:ea typeface="Rubik"/>
                <a:cs typeface="Rubik"/>
                <a:sym typeface="Rubik"/>
              </a:rPr>
              <a:t>Keep text as short as possible; if necessary, add more information to a separate slide that's only visible in downloaded version</a:t>
            </a:r>
            <a:endParaRPr i="0" sz="1050" u="none" cap="none" strike="noStrike">
              <a:solidFill>
                <a:srgbClr val="1D2526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descr="https://pitch-assets-ccb95893-de3f-4266-973c-20049231b248.s3.eu-west-1.amazonaws.com/8e60bd6b-1aa1-4b8c-9588-2b27b299faee?pitch-bytes=16745&amp;pitch-content-type=image%2Fpng" id="247" name="Google Shape;247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582" y="4791936"/>
            <a:ext cx="267664" cy="267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images.unsplash.com/photo-1533901567451-7a6e68d6cd8f?crop=entropy&amp;cs=tinysrgb&amp;fit=max&amp;fm=jpg&amp;ixid=MnwyMTIyMnwwfDF8c2VhcmNofDF8fGZvdW5kZXJ8ZW58MHx8fHwxNjgzMDM3MDAz&amp;ixlib=rb-4.0.3&amp;q=80&amp;w=1080" id="252" name="Google Shape;252;p31"/>
          <p:cNvPicPr preferRelativeResize="0"/>
          <p:nvPr/>
        </p:nvPicPr>
        <p:blipFill rotWithShape="1">
          <a:blip r:embed="rId3">
            <a:alphaModFix/>
          </a:blip>
          <a:srcRect b="12786" l="2868" r="11500" t="12786"/>
          <a:stretch/>
        </p:blipFill>
        <p:spPr>
          <a:xfrm>
            <a:off x="2854175" y="96450"/>
            <a:ext cx="3121049" cy="1808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images.unsplash.com/flagged/photo-1553028826-ccdfc006d078?crop=entropy&amp;cs=tinysrgb&amp;fit=max&amp;fm=jpg&amp;ixid=MnwyMTIyMnwwfDF8c2VhcmNofDEyfHxmb3VuZGVyc3xlbnwwfHx8fDE2ODMwMzcxMTQ&amp;ixlib=rb-4.0.3&amp;q=80&amp;w=1080" id="253" name="Google Shape;253;p31"/>
          <p:cNvPicPr preferRelativeResize="0"/>
          <p:nvPr/>
        </p:nvPicPr>
        <p:blipFill rotWithShape="1">
          <a:blip r:embed="rId4">
            <a:alphaModFix/>
          </a:blip>
          <a:srcRect b="0" l="1921" r="15618" t="0"/>
          <a:stretch/>
        </p:blipFill>
        <p:spPr>
          <a:xfrm>
            <a:off x="6031725" y="2594150"/>
            <a:ext cx="3049399" cy="24654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29e16762-e8d3-4d00-ae35-1884f4acb128?pitch-bytes=1528868&amp;pitch-content-type=image%2Fpng" id="254" name="Google Shape;254;p31"/>
          <p:cNvPicPr preferRelativeResize="0"/>
          <p:nvPr/>
        </p:nvPicPr>
        <p:blipFill rotWithShape="1">
          <a:blip r:embed="rId5">
            <a:alphaModFix/>
          </a:blip>
          <a:srcRect b="26012" l="11969" r="11255" t="14488"/>
          <a:stretch/>
        </p:blipFill>
        <p:spPr>
          <a:xfrm>
            <a:off x="2870413" y="1927400"/>
            <a:ext cx="3088574" cy="313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images.unsplash.com/photo-1557804506-669a67965ba0?crop=entropy&amp;cs=tinysrgb&amp;fit=max&amp;fm=jpg&amp;ixid=MnwyMTIyMnwwfDF8c2VhcmNofDR8fGZvdW5kZXJzfGVufDB8fHx8MTY4MzAzNjk2Nw&amp;ixlib=rb-4.0.3&amp;q=80&amp;w=1080" id="255" name="Google Shape;255;p31"/>
          <p:cNvPicPr preferRelativeResize="0"/>
          <p:nvPr/>
        </p:nvPicPr>
        <p:blipFill rotWithShape="1">
          <a:blip r:embed="rId6">
            <a:alphaModFix/>
          </a:blip>
          <a:srcRect b="15325" l="3675" r="16776" t="0"/>
          <a:stretch/>
        </p:blipFill>
        <p:spPr>
          <a:xfrm>
            <a:off x="6031725" y="96450"/>
            <a:ext cx="3088549" cy="246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1"/>
          <p:cNvPicPr preferRelativeResize="0"/>
          <p:nvPr/>
        </p:nvPicPr>
        <p:blipFill rotWithShape="1">
          <a:blip r:embed="rId7">
            <a:alphaModFix/>
          </a:blip>
          <a:srcRect b="9" l="0" r="0" t="9"/>
          <a:stretch/>
        </p:blipFill>
        <p:spPr>
          <a:xfrm>
            <a:off x="866" y="1027"/>
            <a:ext cx="9142262" cy="514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1"/>
          <p:cNvSpPr/>
          <p:nvPr/>
        </p:nvSpPr>
        <p:spPr>
          <a:xfrm>
            <a:off x="247119" y="376644"/>
            <a:ext cx="2743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500" u="none" cap="none" strike="noStrike">
                <a:solidFill>
                  <a:srgbClr val="FF3333"/>
                </a:solidFill>
                <a:latin typeface="Rubik Medium"/>
                <a:ea typeface="Rubik Medium"/>
                <a:cs typeface="Rubik Medium"/>
                <a:sym typeface="Rubik Medium"/>
              </a:rPr>
              <a:t>HEADLINE, TWO LINES MAXIMUM</a:t>
            </a:r>
            <a:endParaRPr i="0" sz="150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258" name="Google Shape;258;p31"/>
          <p:cNvSpPr/>
          <p:nvPr/>
        </p:nvSpPr>
        <p:spPr>
          <a:xfrm>
            <a:off x="248104" y="905825"/>
            <a:ext cx="2743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Keep text as short as possible; if necessary, add more information to a separate slide that's only visible in downloaded version</a:t>
            </a:r>
            <a:endParaRPr i="0" sz="1050" u="none" cap="none" strike="noStrik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descr="https://pitch-assets-ccb95893-de3f-4266-973c-20049231b248.s3.eu-west-1.amazonaws.com/8e60bd6b-1aa1-4b8c-9588-2b27b299faee?pitch-bytes=16745&amp;pitch-content-type=image%2Fpng" id="259" name="Google Shape;259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582" y="4791936"/>
            <a:ext cx="267664" cy="267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images.unsplash.com/photo-1533901567451-7a6e68d6cd8f?crop=entropy&amp;cs=tinysrgb&amp;fit=max&amp;fm=jpg&amp;ixid=MnwyMTIyMnwwfDF8c2VhcmNofDF8fGZvdW5kZXJ8ZW58MHx8fHwxNjgzMDM3MDAz&amp;ixlib=rb-4.0.3&amp;q=80&amp;w=1080" id="264" name="Google Shape;264;p32"/>
          <p:cNvPicPr preferRelativeResize="0"/>
          <p:nvPr/>
        </p:nvPicPr>
        <p:blipFill rotWithShape="1">
          <a:blip r:embed="rId3">
            <a:alphaModFix/>
          </a:blip>
          <a:srcRect b="12786" l="2868" r="11500" t="12786"/>
          <a:stretch/>
        </p:blipFill>
        <p:spPr>
          <a:xfrm>
            <a:off x="2854175" y="96450"/>
            <a:ext cx="3121049" cy="1808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images.unsplash.com/flagged/photo-1553028826-ccdfc006d078?crop=entropy&amp;cs=tinysrgb&amp;fit=max&amp;fm=jpg&amp;ixid=MnwyMTIyMnwwfDF8c2VhcmNofDEyfHxmb3VuZGVyc3xlbnwwfHx8fDE2ODMwMzcxMTQ&amp;ixlib=rb-4.0.3&amp;q=80&amp;w=1080" id="265" name="Google Shape;265;p32"/>
          <p:cNvPicPr preferRelativeResize="0"/>
          <p:nvPr/>
        </p:nvPicPr>
        <p:blipFill rotWithShape="1">
          <a:blip r:embed="rId4">
            <a:alphaModFix/>
          </a:blip>
          <a:srcRect b="0" l="1921" r="15618" t="0"/>
          <a:stretch/>
        </p:blipFill>
        <p:spPr>
          <a:xfrm>
            <a:off x="6031725" y="2594150"/>
            <a:ext cx="3049399" cy="24654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29e16762-e8d3-4d00-ae35-1884f4acb128?pitch-bytes=1528868&amp;pitch-content-type=image%2Fpng" id="266" name="Google Shape;266;p32"/>
          <p:cNvPicPr preferRelativeResize="0"/>
          <p:nvPr/>
        </p:nvPicPr>
        <p:blipFill rotWithShape="1">
          <a:blip r:embed="rId5">
            <a:alphaModFix/>
          </a:blip>
          <a:srcRect b="26012" l="11969" r="11255" t="14488"/>
          <a:stretch/>
        </p:blipFill>
        <p:spPr>
          <a:xfrm>
            <a:off x="2870413" y="1927400"/>
            <a:ext cx="3088574" cy="313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images.unsplash.com/photo-1557804506-669a67965ba0?crop=entropy&amp;cs=tinysrgb&amp;fit=max&amp;fm=jpg&amp;ixid=MnwyMTIyMnwwfDF8c2VhcmNofDR8fGZvdW5kZXJzfGVufDB8fHx8MTY4MzAzNjk2Nw&amp;ixlib=rb-4.0.3&amp;q=80&amp;w=1080" id="267" name="Google Shape;267;p32"/>
          <p:cNvPicPr preferRelativeResize="0"/>
          <p:nvPr/>
        </p:nvPicPr>
        <p:blipFill rotWithShape="1">
          <a:blip r:embed="rId6">
            <a:alphaModFix/>
          </a:blip>
          <a:srcRect b="15325" l="3675" r="16776" t="0"/>
          <a:stretch/>
        </p:blipFill>
        <p:spPr>
          <a:xfrm>
            <a:off x="6031725" y="96450"/>
            <a:ext cx="3088549" cy="246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2"/>
          <p:cNvPicPr preferRelativeResize="0"/>
          <p:nvPr/>
        </p:nvPicPr>
        <p:blipFill rotWithShape="1">
          <a:blip r:embed="rId7">
            <a:alphaModFix/>
          </a:blip>
          <a:srcRect b="9" l="0" r="0" t="9"/>
          <a:stretch/>
        </p:blipFill>
        <p:spPr>
          <a:xfrm>
            <a:off x="866" y="1027"/>
            <a:ext cx="9142262" cy="514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2"/>
          <p:cNvSpPr/>
          <p:nvPr/>
        </p:nvSpPr>
        <p:spPr>
          <a:xfrm>
            <a:off x="247119" y="376644"/>
            <a:ext cx="2743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500" u="none" cap="none" strike="noStrike">
                <a:solidFill>
                  <a:srgbClr val="FF3333"/>
                </a:solidFill>
                <a:latin typeface="Rubik Medium"/>
                <a:ea typeface="Rubik Medium"/>
                <a:cs typeface="Rubik Medium"/>
                <a:sym typeface="Rubik Medium"/>
              </a:rPr>
              <a:t>HEADLINE, TWO LINES MAXIMUM</a:t>
            </a:r>
            <a:endParaRPr i="0" sz="150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270" name="Google Shape;270;p32"/>
          <p:cNvSpPr/>
          <p:nvPr/>
        </p:nvSpPr>
        <p:spPr>
          <a:xfrm>
            <a:off x="248104" y="905825"/>
            <a:ext cx="2743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1D2526"/>
                </a:solidFill>
                <a:latin typeface="Rubik"/>
                <a:ea typeface="Rubik"/>
                <a:cs typeface="Rubik"/>
                <a:sym typeface="Rubik"/>
              </a:rPr>
              <a:t>Keep text as short as possible; if necessary, add more information to a separate slide that's only visible in downloaded version</a:t>
            </a:r>
            <a:endParaRPr i="0" sz="1050" u="none" cap="none" strike="noStrike">
              <a:solidFill>
                <a:srgbClr val="1D2526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descr="https://pitch-assets-ccb95893-de3f-4266-973c-20049231b248.s3.eu-west-1.amazonaws.com/8e60bd6b-1aa1-4b8c-9588-2b27b299faee?pitch-bytes=16745&amp;pitch-content-type=image%2Fpng" id="271" name="Google Shape;271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582" y="4791936"/>
            <a:ext cx="267664" cy="267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images.unsplash.com/photo-1533901567451-7a6e68d6cd8f?crop=entropy&amp;cs=tinysrgb&amp;fit=max&amp;fm=jpg&amp;ixid=MnwyMTIyMnwwfDF8c2VhcmNofDF8fGZvdW5kZXJ8ZW58MHx8fHwxNjgzMDM3MDAz&amp;ixlib=rb-4.0.3&amp;q=80&amp;w=1080" id="276" name="Google Shape;276;p33"/>
          <p:cNvPicPr preferRelativeResize="0"/>
          <p:nvPr/>
        </p:nvPicPr>
        <p:blipFill rotWithShape="1">
          <a:blip r:embed="rId3">
            <a:alphaModFix/>
          </a:blip>
          <a:srcRect b="12786" l="2868" r="11500" t="12786"/>
          <a:stretch/>
        </p:blipFill>
        <p:spPr>
          <a:xfrm>
            <a:off x="2854175" y="96450"/>
            <a:ext cx="3121049" cy="1808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images.unsplash.com/flagged/photo-1553028826-ccdfc006d078?crop=entropy&amp;cs=tinysrgb&amp;fit=max&amp;fm=jpg&amp;ixid=MnwyMTIyMnwwfDF8c2VhcmNofDEyfHxmb3VuZGVyc3xlbnwwfHx8fDE2ODMwMzcxMTQ&amp;ixlib=rb-4.0.3&amp;q=80&amp;w=1080" id="277" name="Google Shape;277;p33"/>
          <p:cNvPicPr preferRelativeResize="0"/>
          <p:nvPr/>
        </p:nvPicPr>
        <p:blipFill rotWithShape="1">
          <a:blip r:embed="rId4">
            <a:alphaModFix/>
          </a:blip>
          <a:srcRect b="0" l="1921" r="15618" t="0"/>
          <a:stretch/>
        </p:blipFill>
        <p:spPr>
          <a:xfrm>
            <a:off x="6031725" y="2594150"/>
            <a:ext cx="3049399" cy="24654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29e16762-e8d3-4d00-ae35-1884f4acb128?pitch-bytes=1528868&amp;pitch-content-type=image%2Fpng" id="278" name="Google Shape;278;p33"/>
          <p:cNvPicPr preferRelativeResize="0"/>
          <p:nvPr/>
        </p:nvPicPr>
        <p:blipFill rotWithShape="1">
          <a:blip r:embed="rId5">
            <a:alphaModFix/>
          </a:blip>
          <a:srcRect b="26012" l="11969" r="11255" t="14488"/>
          <a:stretch/>
        </p:blipFill>
        <p:spPr>
          <a:xfrm>
            <a:off x="2870413" y="1927400"/>
            <a:ext cx="3088574" cy="313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images.unsplash.com/photo-1557804506-669a67965ba0?crop=entropy&amp;cs=tinysrgb&amp;fit=max&amp;fm=jpg&amp;ixid=MnwyMTIyMnwwfDF8c2VhcmNofDR8fGZvdW5kZXJzfGVufDB8fHx8MTY4MzAzNjk2Nw&amp;ixlib=rb-4.0.3&amp;q=80&amp;w=1080" id="279" name="Google Shape;279;p33"/>
          <p:cNvPicPr preferRelativeResize="0"/>
          <p:nvPr/>
        </p:nvPicPr>
        <p:blipFill rotWithShape="1">
          <a:blip r:embed="rId6">
            <a:alphaModFix/>
          </a:blip>
          <a:srcRect b="15325" l="3675" r="16776" t="0"/>
          <a:stretch/>
        </p:blipFill>
        <p:spPr>
          <a:xfrm>
            <a:off x="6031725" y="96450"/>
            <a:ext cx="3088549" cy="246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3"/>
          <p:cNvPicPr preferRelativeResize="0"/>
          <p:nvPr/>
        </p:nvPicPr>
        <p:blipFill rotWithShape="1">
          <a:blip r:embed="rId7">
            <a:alphaModFix/>
          </a:blip>
          <a:srcRect b="9" l="0" r="0" t="9"/>
          <a:stretch/>
        </p:blipFill>
        <p:spPr>
          <a:xfrm>
            <a:off x="866" y="1027"/>
            <a:ext cx="9142262" cy="514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3"/>
          <p:cNvSpPr/>
          <p:nvPr/>
        </p:nvSpPr>
        <p:spPr>
          <a:xfrm>
            <a:off x="247119" y="376644"/>
            <a:ext cx="2743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500" u="none" cap="none" strike="noStrike">
                <a:solidFill>
                  <a:srgbClr val="FF3333"/>
                </a:solidFill>
                <a:latin typeface="Rubik Medium"/>
                <a:ea typeface="Rubik Medium"/>
                <a:cs typeface="Rubik Medium"/>
                <a:sym typeface="Rubik Medium"/>
              </a:rPr>
              <a:t>HEADLINE, TWO LINES MAXIMUM</a:t>
            </a:r>
            <a:endParaRPr i="0" sz="1500" u="none" cap="none" strike="noStrike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282" name="Google Shape;282;p33"/>
          <p:cNvSpPr/>
          <p:nvPr/>
        </p:nvSpPr>
        <p:spPr>
          <a:xfrm>
            <a:off x="248104" y="905825"/>
            <a:ext cx="27432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1D2526"/>
                </a:solidFill>
                <a:latin typeface="Rubik"/>
                <a:ea typeface="Rubik"/>
                <a:cs typeface="Rubik"/>
                <a:sym typeface="Rubik"/>
              </a:rPr>
              <a:t>Keep text as short as possible; if necessary, add more information to a separate slide that's only visible in downloaded version</a:t>
            </a:r>
            <a:endParaRPr i="0" sz="1050" u="none" cap="none" strike="noStrike">
              <a:solidFill>
                <a:srgbClr val="1D2526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descr="https://pitch-assets-ccb95893-de3f-4266-973c-20049231b248.s3.eu-west-1.amazonaws.com/8e60bd6b-1aa1-4b8c-9588-2b27b299faee?pitch-bytes=16745&amp;pitch-content-type=image%2Fpng" id="283" name="Google Shape;283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582" y="4791936"/>
            <a:ext cx="267664" cy="267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pitch-assets-ccb95893-de3f-4266-973c-20049231b248.s3.eu-west-1.amazonaws.com/29e16762-e8d3-4d00-ae35-1884f4acb128?pitch-bytes=1528868&amp;pitch-content-type=image%2Fpng" id="288" name="Google Shape;288;p34"/>
          <p:cNvPicPr preferRelativeResize="0"/>
          <p:nvPr/>
        </p:nvPicPr>
        <p:blipFill rotWithShape="1">
          <a:blip r:embed="rId3">
            <a:alphaModFix/>
          </a:blip>
          <a:srcRect b="25672" l="0" r="0" t="14148"/>
          <a:stretch/>
        </p:blipFill>
        <p:spPr>
          <a:xfrm>
            <a:off x="2866673" y="144512"/>
            <a:ext cx="6091748" cy="47968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1cfbc05a-92fb-49f3-954c-ba6e40463af4?pitch-bytes=45480&amp;pitch-content-type=image%2Fpng" id="289" name="Google Shape;28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1" y="-1523"/>
            <a:ext cx="9142260" cy="514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4"/>
          <p:cNvSpPr/>
          <p:nvPr/>
        </p:nvSpPr>
        <p:spPr>
          <a:xfrm>
            <a:off x="247119" y="376644"/>
            <a:ext cx="2743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3333"/>
                </a:solidFill>
                <a:latin typeface="Arimo"/>
                <a:ea typeface="Arimo"/>
                <a:cs typeface="Arimo"/>
                <a:sym typeface="Arimo"/>
              </a:rPr>
              <a:t>HEADLINE, TWO LINES MAXIMUM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4"/>
          <p:cNvSpPr/>
          <p:nvPr/>
        </p:nvSpPr>
        <p:spPr>
          <a:xfrm>
            <a:off x="248100" y="905825"/>
            <a:ext cx="22869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Keep text as short as possible; if necessary, add more information to a separate slide that's only visible in downloaded version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pitch-assets-ccb95893-de3f-4266-973c-20049231b248.s3.eu-west-1.amazonaws.com/8e60bd6b-1aa1-4b8c-9588-2b27b299faee?pitch-bytes=16745&amp;pitch-content-type=image%2Fpng" id="292" name="Google Shape;292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82" y="4791936"/>
            <a:ext cx="267664" cy="267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pitch-assets-ccb95893-de3f-4266-973c-20049231b248.s3.eu-west-1.amazonaws.com/29e16762-e8d3-4d00-ae35-1884f4acb128?pitch-bytes=1528868&amp;pitch-content-type=image%2Fpng" id="297" name="Google Shape;297;p35"/>
          <p:cNvPicPr preferRelativeResize="0"/>
          <p:nvPr/>
        </p:nvPicPr>
        <p:blipFill rotWithShape="1">
          <a:blip r:embed="rId3">
            <a:alphaModFix/>
          </a:blip>
          <a:srcRect b="25672" l="0" r="0" t="14148"/>
          <a:stretch/>
        </p:blipFill>
        <p:spPr>
          <a:xfrm>
            <a:off x="2866673" y="144512"/>
            <a:ext cx="6091748" cy="47968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93d71a5e-e03a-4f29-aab9-d2188cc59d9d?pitch-bytes=45334&amp;pitch-content-type=image%2Fpng" id="298" name="Google Shape;29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1" y="-1523"/>
            <a:ext cx="9142260" cy="514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5"/>
          <p:cNvSpPr/>
          <p:nvPr/>
        </p:nvSpPr>
        <p:spPr>
          <a:xfrm>
            <a:off x="247119" y="376644"/>
            <a:ext cx="2743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D2526"/>
                </a:solidFill>
                <a:latin typeface="Arimo"/>
                <a:ea typeface="Arimo"/>
                <a:cs typeface="Arimo"/>
                <a:sym typeface="Arimo"/>
              </a:rPr>
              <a:t>HEADLINE, TWO LINES MAXIMUM</a:t>
            </a:r>
            <a:endParaRPr b="0" i="0" sz="1500" u="none" cap="none" strike="noStrike">
              <a:solidFill>
                <a:srgbClr val="1D25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5"/>
          <p:cNvSpPr/>
          <p:nvPr/>
        </p:nvSpPr>
        <p:spPr>
          <a:xfrm>
            <a:off x="248100" y="905825"/>
            <a:ext cx="22869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Keep text as short as possible; if necessary, add more information to a separate slide that's only visible in downloaded version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pitch-assets-ccb95893-de3f-4266-973c-20049231b248.s3.eu-west-1.amazonaws.com/8e60bd6b-1aa1-4b8c-9588-2b27b299faee?pitch-bytes=16745&amp;pitch-content-type=image%2Fpng" id="301" name="Google Shape;301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82" y="4791936"/>
            <a:ext cx="267664" cy="2676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db089465-4237-464f-930c-32e95888534c?pitch-bytes=4153&amp;pitch-content-type=image%2Fpng" id="302" name="Google Shape;302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3293" y="4853047"/>
            <a:ext cx="54240" cy="145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pitch-assets-ccb95893-de3f-4266-973c-20049231b248.s3.eu-west-1.amazonaws.com/29e16762-e8d3-4d00-ae35-1884f4acb128?pitch-bytes=1528868&amp;pitch-content-type=image%2Fpng" id="307" name="Google Shape;307;p36"/>
          <p:cNvPicPr preferRelativeResize="0"/>
          <p:nvPr/>
        </p:nvPicPr>
        <p:blipFill rotWithShape="1">
          <a:blip r:embed="rId3">
            <a:alphaModFix/>
          </a:blip>
          <a:srcRect b="25672" l="0" r="0" t="14148"/>
          <a:stretch/>
        </p:blipFill>
        <p:spPr>
          <a:xfrm>
            <a:off x="2866673" y="144512"/>
            <a:ext cx="6091748" cy="47968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98b97153-059a-410b-b5b5-717202af1a87?pitch-bytes=45435&amp;pitch-content-type=image%2Fpng" id="308" name="Google Shape;30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1" y="-1523"/>
            <a:ext cx="9142260" cy="514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6"/>
          <p:cNvSpPr/>
          <p:nvPr/>
        </p:nvSpPr>
        <p:spPr>
          <a:xfrm>
            <a:off x="247119" y="376644"/>
            <a:ext cx="2743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3333"/>
                </a:solidFill>
                <a:latin typeface="Arimo"/>
                <a:ea typeface="Arimo"/>
                <a:cs typeface="Arimo"/>
                <a:sym typeface="Arimo"/>
              </a:rPr>
              <a:t>HEADLINE, TWO LINES MAXIMUM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6"/>
          <p:cNvSpPr/>
          <p:nvPr/>
        </p:nvSpPr>
        <p:spPr>
          <a:xfrm>
            <a:off x="248100" y="905825"/>
            <a:ext cx="22869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D2526"/>
                </a:solidFill>
                <a:latin typeface="Arimo"/>
                <a:ea typeface="Arimo"/>
                <a:cs typeface="Arimo"/>
                <a:sym typeface="Arimo"/>
              </a:rPr>
              <a:t>Keep text as short as possible; if necessary, add more information to a separate slide that's only visible in downloaded version</a:t>
            </a:r>
            <a:endParaRPr b="0" i="0" sz="1050" u="none" cap="none" strike="noStrike">
              <a:solidFill>
                <a:srgbClr val="1D25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pitch-assets-ccb95893-de3f-4266-973c-20049231b248.s3.eu-west-1.amazonaws.com/8e60bd6b-1aa1-4b8c-9588-2b27b299faee?pitch-bytes=16745&amp;pitch-content-type=image%2Fpng" id="311" name="Google Shape;31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82" y="4791936"/>
            <a:ext cx="267664" cy="267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pitch-assets-ccb95893-de3f-4266-973c-20049231b248.s3.eu-west-1.amazonaws.com/1cfbc05a-92fb-49f3-954c-ba6e40463af4?pitch-bytes=45480&amp;pitch-content-type=image%2Fpng" id="316" name="Google Shape;31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1" y="-1523"/>
            <a:ext cx="9142260" cy="51414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8e60bd6b-1aa1-4b8c-9588-2b27b299faee?pitch-bytes=16745&amp;pitch-content-type=image%2Fpng" id="317" name="Google Shape;31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82" y="4791936"/>
            <a:ext cx="267664" cy="267664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7"/>
          <p:cNvSpPr/>
          <p:nvPr/>
        </p:nvSpPr>
        <p:spPr>
          <a:xfrm>
            <a:off x="247119" y="376644"/>
            <a:ext cx="2743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3333"/>
                </a:solidFill>
                <a:latin typeface="Arimo"/>
                <a:ea typeface="Arimo"/>
                <a:cs typeface="Arimo"/>
                <a:sym typeface="Arimo"/>
              </a:rPr>
              <a:t>HEADLINE, TWO LINES MAXIMUM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7"/>
          <p:cNvSpPr/>
          <p:nvPr/>
        </p:nvSpPr>
        <p:spPr>
          <a:xfrm>
            <a:off x="248100" y="905825"/>
            <a:ext cx="22869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Keep text as short as possible; if necessary, add more information to a separate slide that's only visible in downloaded version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pitch-assets-ccb95893-de3f-4266-973c-20049231b248.s3.eu-west-1.amazonaws.com/93d71a5e-e03a-4f29-aab9-d2188cc59d9d?pitch-bytes=45334&amp;pitch-content-type=image%2Fpng" id="324" name="Google Shape;32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1" y="-1523"/>
            <a:ext cx="9142260" cy="51414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8e60bd6b-1aa1-4b8c-9588-2b27b299faee?pitch-bytes=16745&amp;pitch-content-type=image%2Fpng" id="325" name="Google Shape;32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82" y="4791936"/>
            <a:ext cx="267664" cy="2676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db089465-4237-464f-930c-32e95888534c?pitch-bytes=4153&amp;pitch-content-type=image%2Fpng" id="326" name="Google Shape;326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3293" y="4853047"/>
            <a:ext cx="54240" cy="145702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8"/>
          <p:cNvSpPr/>
          <p:nvPr/>
        </p:nvSpPr>
        <p:spPr>
          <a:xfrm>
            <a:off x="247119" y="376644"/>
            <a:ext cx="2743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D2526"/>
                </a:solidFill>
                <a:latin typeface="Arimo"/>
                <a:ea typeface="Arimo"/>
                <a:cs typeface="Arimo"/>
                <a:sym typeface="Arimo"/>
              </a:rPr>
              <a:t>HEADLINE, TWO LINES MAXIMUM</a:t>
            </a:r>
            <a:endParaRPr b="0" i="0" sz="1500" u="none" cap="none" strike="noStrike">
              <a:solidFill>
                <a:srgbClr val="1D25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8"/>
          <p:cNvSpPr/>
          <p:nvPr/>
        </p:nvSpPr>
        <p:spPr>
          <a:xfrm>
            <a:off x="248100" y="905825"/>
            <a:ext cx="22869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Keep text as short as possible; if necessary, add more information to a separate slide that's only visible in downloaded version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pitch-assets-ccb95893-de3f-4266-973c-20049231b248.s3.eu-west-1.amazonaws.com/98b97153-059a-410b-b5b5-717202af1a87?pitch-bytes=45435&amp;pitch-content-type=image%2Fpng" id="333" name="Google Shape;33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1" y="-1523"/>
            <a:ext cx="9142260" cy="51414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8e60bd6b-1aa1-4b8c-9588-2b27b299faee?pitch-bytes=16745&amp;pitch-content-type=image%2Fpng" id="334" name="Google Shape;33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82" y="4791936"/>
            <a:ext cx="267664" cy="267664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9"/>
          <p:cNvSpPr/>
          <p:nvPr/>
        </p:nvSpPr>
        <p:spPr>
          <a:xfrm>
            <a:off x="247119" y="376644"/>
            <a:ext cx="2743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FF3333"/>
                </a:solidFill>
                <a:latin typeface="Arimo"/>
                <a:ea typeface="Arimo"/>
                <a:cs typeface="Arimo"/>
                <a:sym typeface="Arimo"/>
              </a:rPr>
              <a:t>HEADLINE, TWO LINES MAXIMUM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9"/>
          <p:cNvSpPr/>
          <p:nvPr/>
        </p:nvSpPr>
        <p:spPr>
          <a:xfrm>
            <a:off x="248100" y="905825"/>
            <a:ext cx="22869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D2526"/>
                </a:solidFill>
                <a:latin typeface="Arimo"/>
                <a:ea typeface="Arimo"/>
                <a:cs typeface="Arimo"/>
                <a:sym typeface="Arimo"/>
              </a:rPr>
              <a:t>Keep text as short as possible; if necessary, add more information to a separate slide that's only visible in downloaded version</a:t>
            </a:r>
            <a:endParaRPr b="0" i="0" sz="1050" u="none" cap="none" strike="noStrike">
              <a:solidFill>
                <a:srgbClr val="1D25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9143997" cy="51434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2" name="Google Shape;342;p40"/>
          <p:cNvCxnSpPr/>
          <p:nvPr/>
        </p:nvCxnSpPr>
        <p:spPr>
          <a:xfrm>
            <a:off x="5869070" y="1872012"/>
            <a:ext cx="1926600" cy="0"/>
          </a:xfrm>
          <a:prstGeom prst="straightConnector1">
            <a:avLst/>
          </a:prstGeom>
          <a:solidFill>
            <a:srgbClr val="FFFFFF"/>
          </a:solidFill>
          <a:ln cap="flat" cmpd="sng" w="21150">
            <a:solidFill>
              <a:srgbClr val="FF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40"/>
          <p:cNvSpPr/>
          <p:nvPr/>
        </p:nvSpPr>
        <p:spPr>
          <a:xfrm>
            <a:off x="5587363" y="3516318"/>
            <a:ext cx="27432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2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800" u="none" cap="none" strike="noStrike">
                <a:solidFill>
                  <a:srgbClr val="FF3333"/>
                </a:solidFill>
                <a:latin typeface="Arial"/>
                <a:ea typeface="Arial"/>
                <a:cs typeface="Arial"/>
                <a:sym typeface="Arial"/>
              </a:rPr>
              <a:t>92%</a:t>
            </a:r>
            <a:endParaRPr b="0" i="0" sz="3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40"/>
          <p:cNvSpPr/>
          <p:nvPr/>
        </p:nvSpPr>
        <p:spPr>
          <a:xfrm>
            <a:off x="5577838" y="4134305"/>
            <a:ext cx="27432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27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of all humans have this problem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40"/>
          <p:cNvSpPr/>
          <p:nvPr/>
        </p:nvSpPr>
        <p:spPr>
          <a:xfrm>
            <a:off x="5572918" y="2713206"/>
            <a:ext cx="27432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27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are actively looking for a solution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40"/>
          <p:cNvSpPr/>
          <p:nvPr/>
        </p:nvSpPr>
        <p:spPr>
          <a:xfrm>
            <a:off x="5572515" y="2095218"/>
            <a:ext cx="27432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2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800" u="none" cap="none" strike="noStrike">
                <a:solidFill>
                  <a:srgbClr val="FF3333"/>
                </a:solidFill>
                <a:latin typeface="Arial"/>
                <a:ea typeface="Arial"/>
                <a:cs typeface="Arial"/>
                <a:sym typeface="Arial"/>
              </a:rPr>
              <a:t>53%</a:t>
            </a:r>
            <a:endParaRPr b="0" i="0" sz="3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40"/>
          <p:cNvSpPr/>
          <p:nvPr/>
        </p:nvSpPr>
        <p:spPr>
          <a:xfrm>
            <a:off x="5569312" y="1178095"/>
            <a:ext cx="27432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27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feel existing solutions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27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don't meet their needs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40"/>
          <p:cNvSpPr/>
          <p:nvPr/>
        </p:nvSpPr>
        <p:spPr>
          <a:xfrm>
            <a:off x="5571526" y="560107"/>
            <a:ext cx="27432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2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800" u="none" cap="none" strike="noStrike">
                <a:solidFill>
                  <a:srgbClr val="FF3333"/>
                </a:solidFill>
                <a:latin typeface="Arial"/>
                <a:ea typeface="Arial"/>
                <a:cs typeface="Arial"/>
                <a:sym typeface="Arial"/>
              </a:rPr>
              <a:t>89%</a:t>
            </a:r>
            <a:endParaRPr b="0" i="0" sz="3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9" name="Google Shape;349;p40"/>
          <p:cNvCxnSpPr/>
          <p:nvPr/>
        </p:nvCxnSpPr>
        <p:spPr>
          <a:xfrm>
            <a:off x="5868187" y="3280016"/>
            <a:ext cx="1926600" cy="0"/>
          </a:xfrm>
          <a:prstGeom prst="straightConnector1">
            <a:avLst/>
          </a:prstGeom>
          <a:solidFill>
            <a:srgbClr val="FFFFFF"/>
          </a:solidFill>
          <a:ln cap="flat" cmpd="sng" w="21150">
            <a:solidFill>
              <a:srgbClr val="FF333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https://pitch-assets-ccb95893-de3f-4266-973c-20049231b248.s3.eu-west-1.amazonaws.com/8e60bd6b-1aa1-4b8c-9588-2b27b299faee?pitch-bytes=16745&amp;pitch-content-type=image%2Fpng" id="350" name="Google Shape;350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82" y="4791936"/>
            <a:ext cx="267664" cy="267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"/>
            <a:ext cx="9143997" cy="514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41"/>
          <p:cNvSpPr/>
          <p:nvPr/>
        </p:nvSpPr>
        <p:spPr>
          <a:xfrm>
            <a:off x="5232066" y="1408759"/>
            <a:ext cx="27432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LOREM IPSUM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41"/>
          <p:cNvSpPr/>
          <p:nvPr/>
        </p:nvSpPr>
        <p:spPr>
          <a:xfrm>
            <a:off x="5232066" y="1066795"/>
            <a:ext cx="1828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FF3333"/>
                </a:solidFill>
                <a:latin typeface="Arial"/>
                <a:ea typeface="Arial"/>
                <a:cs typeface="Arial"/>
                <a:sym typeface="Arial"/>
              </a:rPr>
              <a:t>2032</a:t>
            </a:r>
            <a:endParaRPr b="0" i="0" sz="16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41"/>
          <p:cNvSpPr/>
          <p:nvPr/>
        </p:nvSpPr>
        <p:spPr>
          <a:xfrm>
            <a:off x="5232066" y="2308855"/>
            <a:ext cx="1828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FF3333"/>
                </a:solidFill>
                <a:latin typeface="Arial"/>
                <a:ea typeface="Arial"/>
                <a:cs typeface="Arial"/>
                <a:sym typeface="Arial"/>
              </a:rPr>
              <a:t>2033</a:t>
            </a:r>
            <a:endParaRPr b="0" i="0" sz="16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41"/>
          <p:cNvSpPr/>
          <p:nvPr/>
        </p:nvSpPr>
        <p:spPr>
          <a:xfrm>
            <a:off x="5232066" y="3555678"/>
            <a:ext cx="1828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FF3333"/>
                </a:solidFill>
                <a:latin typeface="Arial"/>
                <a:ea typeface="Arial"/>
                <a:cs typeface="Arial"/>
                <a:sym typeface="Arial"/>
              </a:rPr>
              <a:t>2034</a:t>
            </a:r>
            <a:endParaRPr b="0" i="0" sz="16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0" name="Google Shape;360;p41"/>
          <p:cNvCxnSpPr/>
          <p:nvPr/>
        </p:nvCxnSpPr>
        <p:spPr>
          <a:xfrm rot="-5400000">
            <a:off x="2698557" y="3068388"/>
            <a:ext cx="46224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CC292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41"/>
          <p:cNvSpPr/>
          <p:nvPr/>
        </p:nvSpPr>
        <p:spPr>
          <a:xfrm>
            <a:off x="4966464" y="1191261"/>
            <a:ext cx="95400" cy="95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41"/>
          <p:cNvSpPr/>
          <p:nvPr/>
        </p:nvSpPr>
        <p:spPr>
          <a:xfrm>
            <a:off x="4966464" y="2434273"/>
            <a:ext cx="95400" cy="95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1"/>
          <p:cNvSpPr/>
          <p:nvPr/>
        </p:nvSpPr>
        <p:spPr>
          <a:xfrm>
            <a:off x="4966464" y="3677489"/>
            <a:ext cx="95400" cy="95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41"/>
          <p:cNvSpPr/>
          <p:nvPr/>
        </p:nvSpPr>
        <p:spPr>
          <a:xfrm>
            <a:off x="4944881" y="680761"/>
            <a:ext cx="138900" cy="138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1"/>
          <p:cNvSpPr/>
          <p:nvPr/>
        </p:nvSpPr>
        <p:spPr>
          <a:xfrm>
            <a:off x="5232066" y="2649750"/>
            <a:ext cx="27432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LOREM IPSUM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41"/>
          <p:cNvSpPr/>
          <p:nvPr/>
        </p:nvSpPr>
        <p:spPr>
          <a:xfrm>
            <a:off x="5232066" y="3899146"/>
            <a:ext cx="27432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LOREM IPSUM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pitch-assets-ccb95893-de3f-4266-973c-20049231b248.s3.eu-west-1.amazonaws.com/8e60bd6b-1aa1-4b8c-9588-2b27b299faee?pitch-bytes=16745&amp;pitch-content-type=image%2Fpng" id="367" name="Google Shape;36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82" y="4791936"/>
            <a:ext cx="267664" cy="267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images.unsplash.com/photo-1556761175-5973dc0f32e7?crop=entropy&amp;cs=tinysrgb&amp;fit=max&amp;fm=jpg&amp;ixid=MnwyMTIyMnwwfDF8c2VhcmNofDN8fGZvdW5kZXJzfGVufDB8fHx8MTY4MzAzNjk2Nw&amp;ixlib=rb-4.0.3&amp;q=80&amp;w=1080" id="372" name="Google Shape;372;p42"/>
          <p:cNvPicPr preferRelativeResize="0"/>
          <p:nvPr/>
        </p:nvPicPr>
        <p:blipFill rotWithShape="1">
          <a:blip r:embed="rId3">
            <a:alphaModFix/>
          </a:blip>
          <a:srcRect b="1556" l="0" r="0" t="11952"/>
          <a:stretch/>
        </p:blipFill>
        <p:spPr>
          <a:xfrm>
            <a:off x="87350" y="162407"/>
            <a:ext cx="9056648" cy="4405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42"/>
          <p:cNvPicPr preferRelativeResize="0"/>
          <p:nvPr/>
        </p:nvPicPr>
        <p:blipFill rotWithShape="1">
          <a:blip r:embed="rId4">
            <a:alphaModFix/>
          </a:blip>
          <a:srcRect b="9" l="0" r="0" t="9"/>
          <a:stretch/>
        </p:blipFill>
        <p:spPr>
          <a:xfrm>
            <a:off x="1741" y="-1523"/>
            <a:ext cx="9142262" cy="514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2"/>
          <p:cNvSpPr/>
          <p:nvPr/>
        </p:nvSpPr>
        <p:spPr>
          <a:xfrm>
            <a:off x="298421" y="4566413"/>
            <a:ext cx="640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700" u="none" cap="none" strike="noStrike">
                <a:solidFill>
                  <a:srgbClr val="FF3333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SUMMER PITCH PARTY 2023</a:t>
            </a:r>
            <a:endParaRPr i="0" sz="1687" u="none" cap="none" strike="noStrike">
              <a:solidFill>
                <a:srgbClr val="FF3333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images.unsplash.com/photo-1556761175-5973dc0f32e7?crop=entropy&amp;cs=tinysrgb&amp;fit=max&amp;fm=jpg&amp;ixid=MnwyMTIyMnwwfDF8c2VhcmNofDN8fGZvdW5kZXJzfGVufDB8fHx8MTY4MzAzNjk2Nw&amp;ixlib=rb-4.0.3&amp;q=80&amp;w=1080" id="379" name="Google Shape;379;p43"/>
          <p:cNvPicPr preferRelativeResize="0"/>
          <p:nvPr/>
        </p:nvPicPr>
        <p:blipFill rotWithShape="1">
          <a:blip r:embed="rId3">
            <a:alphaModFix/>
          </a:blip>
          <a:srcRect b="1556" l="0" r="0" t="11952"/>
          <a:stretch/>
        </p:blipFill>
        <p:spPr>
          <a:xfrm>
            <a:off x="87350" y="162407"/>
            <a:ext cx="9056648" cy="4405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3"/>
          <p:cNvPicPr preferRelativeResize="0"/>
          <p:nvPr/>
        </p:nvPicPr>
        <p:blipFill rotWithShape="1">
          <a:blip r:embed="rId4">
            <a:alphaModFix/>
          </a:blip>
          <a:srcRect b="9" l="0" r="0" t="9"/>
          <a:stretch/>
        </p:blipFill>
        <p:spPr>
          <a:xfrm>
            <a:off x="1741" y="-1523"/>
            <a:ext cx="9142262" cy="514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3"/>
          <p:cNvSpPr/>
          <p:nvPr/>
        </p:nvSpPr>
        <p:spPr>
          <a:xfrm>
            <a:off x="298421" y="4566413"/>
            <a:ext cx="640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700" u="none" cap="none" strike="noStrike">
                <a:solidFill>
                  <a:srgbClr val="FFFFFF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SUMMER PITCH PARTY 2023</a:t>
            </a:r>
            <a:endParaRPr i="0" sz="1687" u="none" cap="none" strike="noStrike">
              <a:solidFill>
                <a:srgbClr val="FFFFFF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images.unsplash.com/photo-1556761175-5973dc0f32e7?crop=entropy&amp;cs=tinysrgb&amp;fit=max&amp;fm=jpg&amp;ixid=MnwyMTIyMnwwfDF8c2VhcmNofDN8fGZvdW5kZXJzfGVufDB8fHx8MTY4MzAzNjk2Nw&amp;ixlib=rb-4.0.3&amp;q=80&amp;w=1080" id="386" name="Google Shape;386;p44"/>
          <p:cNvPicPr preferRelativeResize="0"/>
          <p:nvPr/>
        </p:nvPicPr>
        <p:blipFill rotWithShape="1">
          <a:blip r:embed="rId3">
            <a:alphaModFix/>
          </a:blip>
          <a:srcRect b="1556" l="0" r="0" t="11952"/>
          <a:stretch/>
        </p:blipFill>
        <p:spPr>
          <a:xfrm>
            <a:off x="87350" y="162407"/>
            <a:ext cx="9056648" cy="4405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44"/>
          <p:cNvPicPr preferRelativeResize="0"/>
          <p:nvPr/>
        </p:nvPicPr>
        <p:blipFill rotWithShape="1">
          <a:blip r:embed="rId4">
            <a:alphaModFix/>
          </a:blip>
          <a:srcRect b="9" l="0" r="0" t="9"/>
          <a:stretch/>
        </p:blipFill>
        <p:spPr>
          <a:xfrm>
            <a:off x="1741" y="-1523"/>
            <a:ext cx="9142262" cy="514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4"/>
          <p:cNvSpPr/>
          <p:nvPr/>
        </p:nvSpPr>
        <p:spPr>
          <a:xfrm>
            <a:off x="298421" y="4566413"/>
            <a:ext cx="640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700" u="none" cap="none" strike="noStrike">
                <a:solidFill>
                  <a:srgbClr val="FF3333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SUMMER PITCH PARTY 2023</a:t>
            </a:r>
            <a:endParaRPr i="0" sz="1687" u="none" cap="none" strike="noStrike">
              <a:solidFill>
                <a:srgbClr val="FF3333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images.unsplash.com/photo-1541746972996-4e0b0f43e02a?crop=entropy&amp;cs=tinysrgb&amp;fit=max&amp;fm=jpg&amp;ixid=M3wyMTIyMnwwfDF8c2VhcmNofDN8fHN0YXJ0dXB8ZW58MHx8fHwxNjg3MTU3NTI4fDA&amp;ixlib=rb-4.0.3&amp;q=80&amp;w=1080" id="393" name="Google Shape;393;p45"/>
          <p:cNvPicPr preferRelativeResize="0"/>
          <p:nvPr/>
        </p:nvPicPr>
        <p:blipFill rotWithShape="1">
          <a:blip r:embed="rId3">
            <a:alphaModFix/>
          </a:blip>
          <a:srcRect b="5017" l="0" r="0" t="9072"/>
          <a:stretch/>
        </p:blipFill>
        <p:spPr>
          <a:xfrm>
            <a:off x="164592" y="-1619"/>
            <a:ext cx="8979406" cy="514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e9deae58-50fe-40cc-bfa1-4c930aff59b5?pitch-bytes=53019&amp;pitch-content-type=image%2Fpng" id="394" name="Google Shape;394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4362" y="-14800"/>
            <a:ext cx="9192724" cy="5169826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45"/>
          <p:cNvSpPr/>
          <p:nvPr/>
        </p:nvSpPr>
        <p:spPr>
          <a:xfrm>
            <a:off x="3957425" y="787475"/>
            <a:ext cx="4293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4000" u="none" cap="none" strike="noStrike">
                <a:solidFill>
                  <a:srgbClr val="FFFFFF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Empowering Tech Founders to Go Further</a:t>
            </a:r>
            <a:endParaRPr i="0" sz="4000" u="none" cap="none" strike="noStrike">
              <a:solidFill>
                <a:srgbClr val="000000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pic>
        <p:nvPicPr>
          <p:cNvPr descr="https://pitch-assets-ccb95893-de3f-4266-973c-20049231b248.s3.eu-west-1.amazonaws.com/8e60bd6b-1aa1-4b8c-9588-2b27b299faee?pitch-bytes=16745&amp;pitch-content-type=image%2Fpng" id="396" name="Google Shape;396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82" y="4791936"/>
            <a:ext cx="267664" cy="267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images.unsplash.com/photo-1541746972996-4e0b0f43e02a?crop=entropy&amp;cs=tinysrgb&amp;fit=max&amp;fm=jpg&amp;ixid=M3wyMTIyMnwwfDF8c2VhcmNofDN8fHN0YXJ0dXB8ZW58MHx8fHwxNjg3MTU3NTI4fDA&amp;ixlib=rb-4.0.3&amp;q=80&amp;w=1080" id="401" name="Google Shape;401;p46"/>
          <p:cNvPicPr preferRelativeResize="0"/>
          <p:nvPr/>
        </p:nvPicPr>
        <p:blipFill rotWithShape="1">
          <a:blip r:embed="rId3">
            <a:alphaModFix/>
          </a:blip>
          <a:srcRect b="5017" l="0" r="0" t="9072"/>
          <a:stretch/>
        </p:blipFill>
        <p:spPr>
          <a:xfrm>
            <a:off x="164592" y="-1619"/>
            <a:ext cx="8979406" cy="514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pitch-assets-ccb95893-de3f-4266-973c-20049231b248.s3.eu-west-1.amazonaws.com/f9d03707-c00e-470b-ae04-94ac56284b64?pitch-bytes=52748&amp;pitch-content-type=image%2Fpng" id="402" name="Google Shape;402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3987" y="-13212"/>
            <a:ext cx="9171973" cy="5169925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46"/>
          <p:cNvSpPr/>
          <p:nvPr/>
        </p:nvSpPr>
        <p:spPr>
          <a:xfrm>
            <a:off x="3957425" y="787475"/>
            <a:ext cx="4293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4000" u="none" cap="none" strike="noStrike">
                <a:solidFill>
                  <a:srgbClr val="FFFFFF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Empowering Tech Founders to Go Further</a:t>
            </a:r>
            <a:endParaRPr i="0" sz="4000" u="none" cap="none" strike="noStrike">
              <a:solidFill>
                <a:srgbClr val="000000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pic>
        <p:nvPicPr>
          <p:cNvPr descr="https://pitch-assets-ccb95893-de3f-4266-973c-20049231b248.s3.eu-west-1.amazonaws.com/8e60bd6b-1aa1-4b8c-9588-2b27b299faee?pitch-bytes=16745&amp;pitch-content-type=image%2Fpng" id="404" name="Google Shape;404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82" y="4791936"/>
            <a:ext cx="267664" cy="267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pitch-assets-ccb95893-de3f-4266-973c-20049231b248.s3.eu-west-1.amazonaws.com/1ef3a08b-e447-4ae6-93d7-8351a6e4db68?pitch-bytes=54001&amp;pitch-content-type=image%2Fpng" id="409" name="Google Shape;40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1" y="-1523"/>
            <a:ext cx="9142260" cy="5141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pitch-assets-ccb95893-de3f-4266-973c-20049231b248.s3.eu-west-1.amazonaws.com/36d8462e-597b-4727-acbd-d1e897e8b9a4?pitch-bytes=53100&amp;pitch-content-type=image%2Fpng" id="414" name="Google Shape;41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1" y="-1523"/>
            <a:ext cx="9142260" cy="5141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pitch-assets-ccb95893-de3f-4266-973c-20049231b248.s3.eu-west-1.amazonaws.com/09e9e239-0424-4619-b8e9-801abeb5cd9b?pitch-bytes=53768&amp;pitch-content-type=image%2Fpng" id="419" name="Google Shape;41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1" y="-1523"/>
            <a:ext cx="9142260" cy="5141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2526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pitch-assets-ccb95893-de3f-4266-973c-20049231b248.s3.eu-west-1.amazonaws.com/8e60bd6b-1aa1-4b8c-9588-2b27b299faee?pitch-bytes=16745&amp;pitch-content-type=image%2Fpng" id="424" name="Google Shape;42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82" y="4791936"/>
            <a:ext cx="267664" cy="267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3333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pitch-assets-ccb95893-de3f-4266-973c-20049231b248.s3.eu-west-1.amazonaws.com/db089465-4237-464f-930c-32e95888534c?pitch-bytes=4153&amp;pitch-content-type=image%2Fpng" id="429" name="Google Shape;42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293" y="4853047"/>
            <a:ext cx="54240" cy="145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EA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pitch-assets-ccb95893-de3f-4266-973c-20049231b248.s3.eu-west-1.amazonaws.com/8e60bd6b-1aa1-4b8c-9588-2b27b299faee?pitch-bytes=16745&amp;pitch-content-type=image%2Fpng" id="434" name="Google Shape;43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82" y="4791936"/>
            <a:ext cx="267664" cy="267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3333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pitch-assets-ccb95893-de3f-4266-973c-20049231b248.s3.eu-west-1.amazonaws.com/c21fbdda-aa8d-49bb-a242-23fcdfe496ec?pitch-bytes=23342&amp;pitch-content-type=image%2Fpng" id="439" name="Google Shape;43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0336" y="1169590"/>
            <a:ext cx="5340495" cy="2805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36576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31415"/>
                </a:solidFill>
                <a:latin typeface="Rubik Medium"/>
              </a:defRPr>
            </a:pPr>
            <a:r>
              <a:t>FULL WIDTH TEXT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500" b="0">
                <a:solidFill>
                  <a:srgbClr val="9BA1A5"/>
                </a:solidFill>
                <a:latin typeface="Rubik"/>
              </a:defRPr>
            </a:pPr>
            <a:r>
              <a:t>Optional subheadline for additional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645920"/>
            <a:ext cx="8595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700" b="0">
                <a:solidFill>
                  <a:srgbClr val="131415"/>
                </a:solidFill>
                <a:latin typeface="Rubik"/>
              </a:defRPr>
            </a:pPr>
            <a:r>
              <a:t>Use this layout when you need to present longer text content without images. Keep paragraphs concise and use line breaks between sections for readability.</a:t>
            </a:r>
            <a:br/>
            <a:br/>
            <a:r>
              <a:t>The full width allows for detailed explanations, process descriptions, or comprehensive information that needs more space than a split layout provides.</a:t>
            </a:r>
          </a:p>
        </p:txBody>
      </p:sp>
      <p:pic>
        <p:nvPicPr>
          <p:cNvPr id="5" name="Picture 4" descr="SL_signature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4754880"/>
            <a:ext cx="522183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36576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31415"/>
                </a:solidFill>
                <a:latin typeface="Rubik Medium"/>
              </a:defRPr>
            </a:pPr>
            <a:r>
              <a:t>BULLET POINT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280160"/>
            <a:ext cx="8595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700">
                <a:solidFill>
                  <a:srgbClr val="131415"/>
                </a:solidFill>
                <a:latin typeface="Rubik"/>
              </a:defRPr>
            </a:pPr>
            <a:r>
              <a:t>First key point with supporting detail that explains the concept clearly</a:t>
            </a:r>
          </a:p>
          <a:p>
            <a:pPr>
              <a:lnSpc>
                <a:spcPct val="150000"/>
              </a:lnSpc>
              <a:defRPr sz="1700">
                <a:solidFill>
                  <a:srgbClr val="131415"/>
                </a:solidFill>
                <a:latin typeface="Rubik"/>
              </a:defRPr>
            </a:pPr>
            <a:r>
              <a:t>Second point that builds on the first and adds new information</a:t>
            </a:r>
          </a:p>
          <a:p>
            <a:pPr>
              <a:lnSpc>
                <a:spcPct val="150000"/>
              </a:lnSpc>
              <a:defRPr sz="1700">
                <a:solidFill>
                  <a:srgbClr val="131415"/>
                </a:solidFill>
                <a:latin typeface="Rubik"/>
              </a:defRPr>
            </a:pPr>
            <a:r>
              <a:t>Third point with additional context or examples</a:t>
            </a:r>
          </a:p>
          <a:p>
            <a:pPr>
              <a:lnSpc>
                <a:spcPct val="150000"/>
              </a:lnSpc>
              <a:defRPr sz="1700">
                <a:solidFill>
                  <a:srgbClr val="131415"/>
                </a:solidFill>
                <a:latin typeface="Rubik"/>
              </a:defRPr>
            </a:pPr>
            <a:r>
              <a:t>Fourth point to round out the main message</a:t>
            </a:r>
          </a:p>
          <a:p>
            <a:pPr>
              <a:lnSpc>
                <a:spcPct val="150000"/>
              </a:lnSpc>
              <a:defRPr sz="1700">
                <a:solidFill>
                  <a:srgbClr val="131415"/>
                </a:solidFill>
                <a:latin typeface="Rubik"/>
              </a:defRPr>
            </a:pPr>
            <a:r>
              <a:t>Optional fifth point if needed for completeness</a:t>
            </a:r>
          </a:p>
        </p:txBody>
      </p:sp>
      <p:pic>
        <p:nvPicPr>
          <p:cNvPr id="4" name="Picture 3" descr="SL_signature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4754880"/>
            <a:ext cx="522183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36576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31415"/>
                </a:solidFill>
                <a:latin typeface="Rubik Medium"/>
              </a:defRPr>
            </a:pPr>
            <a:r>
              <a:t>TWO COLUMN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500" b="1">
                <a:solidFill>
                  <a:srgbClr val="FF3333"/>
                </a:solidFill>
                <a:latin typeface="Rubik Medium"/>
              </a:defRPr>
            </a:pPr>
            <a:r>
              <a:t>COLUMN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64592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500" b="0">
                <a:solidFill>
                  <a:srgbClr val="131415"/>
                </a:solidFill>
                <a:latin typeface="Rubik"/>
              </a:defRPr>
            </a:pPr>
            <a:r>
              <a:t>Content for the left column goes here. Use this layout for comparisons, before/after scenarios, or presenting two related topics side by side.</a:t>
            </a:r>
            <a:br/>
            <a:br/>
            <a:r>
              <a:t>Keep the text balanced between columns for visual harmony.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500" b="1">
                <a:solidFill>
                  <a:srgbClr val="FF3333"/>
                </a:solidFill>
                <a:latin typeface="Rubik Medium"/>
              </a:defRPr>
            </a:pPr>
            <a:r>
              <a:t>COLUMN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64592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500" b="0">
                <a:solidFill>
                  <a:srgbClr val="131415"/>
                </a:solidFill>
                <a:latin typeface="Rubik"/>
              </a:defRPr>
            </a:pPr>
            <a:r>
              <a:t>Content for the right column. This side should complement the left column and together tell a complete story.</a:t>
            </a:r>
            <a:br/>
            <a:br/>
            <a:r>
              <a:t>Consider using bullet points in one or both columns if listing items.</a:t>
            </a:r>
          </a:p>
        </p:txBody>
      </p:sp>
      <p:pic>
        <p:nvPicPr>
          <p:cNvPr id="7" name="Picture 6" descr="SL_signature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4754880"/>
            <a:ext cx="522183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36576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31415"/>
                </a:solidFill>
                <a:latin typeface="Rubik Medium"/>
              </a:defRPr>
            </a:pPr>
            <a:r>
              <a:t>THREE KEY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2801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600" b="1">
                <a:solidFill>
                  <a:srgbClr val="FF3333"/>
                </a:solidFill>
                <a:latin typeface="Rubik Medium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920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131415"/>
                </a:solidFill>
                <a:latin typeface="Rubik Medium"/>
              </a:defRPr>
            </a:pPr>
            <a:r>
              <a:t>FIRST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37744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 b="0">
                <a:solidFill>
                  <a:srgbClr val="131415"/>
                </a:solidFill>
                <a:latin typeface="Rubik"/>
              </a:defRPr>
            </a:pPr>
            <a:r>
              <a:t>Description of the first key concept or feature that you want to highlight.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801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600" b="1">
                <a:solidFill>
                  <a:srgbClr val="FF3333"/>
                </a:solidFill>
                <a:latin typeface="Rubik Medium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920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131415"/>
                </a:solidFill>
                <a:latin typeface="Rubik Medium"/>
              </a:defRPr>
            </a:pPr>
            <a:r>
              <a:t>SECOND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37744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 b="0">
                <a:solidFill>
                  <a:srgbClr val="131415"/>
                </a:solidFill>
                <a:latin typeface="Rubik"/>
              </a:defRPr>
            </a:pPr>
            <a:r>
              <a:t>Description of the second important element that builds your narrative.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2801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3600" b="1">
                <a:solidFill>
                  <a:srgbClr val="FF3333"/>
                </a:solidFill>
                <a:latin typeface="Rubik Medium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9202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400" b="1">
                <a:solidFill>
                  <a:srgbClr val="131415"/>
                </a:solidFill>
                <a:latin typeface="Rubik Medium"/>
              </a:defRPr>
            </a:pPr>
            <a:r>
              <a:t>THIRD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37744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 b="0">
                <a:solidFill>
                  <a:srgbClr val="131415"/>
                </a:solidFill>
                <a:latin typeface="Rubik"/>
              </a:defRPr>
            </a:pPr>
            <a:r>
              <a:t>Description of the third element that completes your message.</a:t>
            </a:r>
          </a:p>
        </p:txBody>
      </p:sp>
      <p:pic>
        <p:nvPicPr>
          <p:cNvPr id="12" name="Picture 11" descr="SL_signature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4754880"/>
            <a:ext cx="522183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36576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31415"/>
                </a:solidFill>
                <a:latin typeface="Rubik Medium"/>
              </a:defRPr>
            </a:pPr>
            <a:r>
              <a:t>PROCESS OVERVIEW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463040"/>
            <a:ext cx="548640" cy="548640"/>
          </a:xfrm>
          <a:prstGeom prst="ellipse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645920" y="1600200"/>
            <a:ext cx="640080" cy="274320"/>
          </a:xfrm>
          <a:prstGeom prst="rightArrow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300" b="1">
                <a:solidFill>
                  <a:srgbClr val="131415"/>
                </a:solidFill>
                <a:latin typeface="Rubik Medium"/>
              </a:defRPr>
            </a:pPr>
            <a:r>
              <a:t>DISCOVER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7432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200" b="0">
                <a:solidFill>
                  <a:srgbClr val="9BA1A5"/>
                </a:solidFill>
                <a:latin typeface="Rubik"/>
              </a:defRPr>
            </a:pPr>
            <a:r>
              <a:t>Understand the problem and gather requirements</a:t>
            </a:r>
          </a:p>
        </p:txBody>
      </p:sp>
      <p:sp>
        <p:nvSpPr>
          <p:cNvPr id="7" name="Oval 6"/>
          <p:cNvSpPr/>
          <p:nvPr/>
        </p:nvSpPr>
        <p:spPr>
          <a:xfrm>
            <a:off x="3108960" y="1463040"/>
            <a:ext cx="548640" cy="548640"/>
          </a:xfrm>
          <a:prstGeom prst="ellipse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40480" y="1600200"/>
            <a:ext cx="640080" cy="274320"/>
          </a:xfrm>
          <a:prstGeom prst="rightArrow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300" b="1">
                <a:solidFill>
                  <a:srgbClr val="131415"/>
                </a:solidFill>
                <a:latin typeface="Rubik Medium"/>
              </a:defRPr>
            </a:pPr>
            <a:r>
              <a:t>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432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200" b="0">
                <a:solidFill>
                  <a:srgbClr val="9BA1A5"/>
                </a:solidFill>
                <a:latin typeface="Rubik"/>
              </a:defRPr>
            </a:pPr>
            <a:r>
              <a:t>Create solutions and validate with stakeholders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0" y="1463040"/>
            <a:ext cx="548640" cy="548640"/>
          </a:xfrm>
          <a:prstGeom prst="ellipse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35040" y="1600200"/>
            <a:ext cx="640080" cy="274320"/>
          </a:xfrm>
          <a:prstGeom prst="rightArrow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300" b="1">
                <a:solidFill>
                  <a:srgbClr val="131415"/>
                </a:solidFill>
                <a:latin typeface="Rubik Medium"/>
              </a:defRPr>
            </a:pPr>
            <a:r>
              <a:t>DEVELOP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7432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200" b="0">
                <a:solidFill>
                  <a:srgbClr val="9BA1A5"/>
                </a:solidFill>
                <a:latin typeface="Rubik"/>
              </a:defRPr>
            </a:pPr>
            <a:r>
              <a:t>Build and test the solution iteratively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0" y="1463040"/>
            <a:ext cx="548640" cy="548640"/>
          </a:xfrm>
          <a:prstGeom prst="ellipse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300" b="1">
                <a:solidFill>
                  <a:srgbClr val="131415"/>
                </a:solidFill>
                <a:latin typeface="Rubik Medium"/>
              </a:defRPr>
            </a:pPr>
            <a:r>
              <a:t>DELIVER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7432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200" b="0">
                <a:solidFill>
                  <a:srgbClr val="9BA1A5"/>
                </a:solidFill>
                <a:latin typeface="Rubik"/>
              </a:defRPr>
            </a:pPr>
            <a:r>
              <a:t>Launch, measure, and optimize continuously</a:t>
            </a:r>
          </a:p>
        </p:txBody>
      </p:sp>
      <p:pic>
        <p:nvPicPr>
          <p:cNvPr id="18" name="Picture 17" descr="SL_signature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4754880"/>
            <a:ext cx="522183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0"/>
            <a:ext cx="73152" cy="228600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800" b="0">
                <a:solidFill>
                  <a:srgbClr val="FFFFFF"/>
                </a:solidFill>
                <a:latin typeface="Rubik"/>
              </a:defRPr>
            </a:pPr>
            <a:r>
              <a:t>"This is a powerful quote that captures the essence of your message. Keep it concise and impactful."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500" b="0">
                <a:solidFill>
                  <a:srgbClr val="9BA1A5"/>
                </a:solidFill>
                <a:latin typeface="Rubik"/>
              </a:defRPr>
            </a:pPr>
            <a:r>
              <a:t>— Name, Title at Company</a:t>
            </a:r>
          </a:p>
        </p:txBody>
      </p:sp>
      <p:pic>
        <p:nvPicPr>
          <p:cNvPr id="6" name="Picture 5" descr="SL_signatur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4754880"/>
            <a:ext cx="522183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36576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31415"/>
                </a:solidFill>
                <a:latin typeface="Rubik Medium"/>
              </a:defRPr>
            </a:pPr>
            <a: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280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700" b="0">
                <a:solidFill>
                  <a:srgbClr val="131415"/>
                </a:solidFill>
                <a:latin typeface="Rubik"/>
              </a:defRPr>
            </a:pPr>
            <a:r>
              <a:t>First key takeaway that summarizes an important point from the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377439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39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700" b="0">
                <a:solidFill>
                  <a:srgbClr val="131415"/>
                </a:solidFill>
                <a:latin typeface="Rubik"/>
              </a:defRPr>
            </a:pPr>
            <a:r>
              <a:t>Second takeaway that highlights another crucial insight or action item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4747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700" b="0">
                <a:solidFill>
                  <a:srgbClr val="131415"/>
                </a:solidFill>
                <a:latin typeface="Rubik"/>
              </a:defRPr>
            </a:pPr>
            <a:r>
              <a:t>Third takeaway that reinforces the main message and call to action</a:t>
            </a:r>
          </a:p>
        </p:txBody>
      </p:sp>
      <p:pic>
        <p:nvPicPr>
          <p:cNvPr id="9" name="Picture 8" descr="SL_signature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4754880"/>
            <a:ext cx="522183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000" b="1">
                <a:solidFill>
                  <a:srgbClr val="FFFFFF"/>
                </a:solidFill>
                <a:latin typeface="Rubik Medium"/>
              </a:defRPr>
            </a:pPr>
            <a:r>
              <a:t>LET'S BUILD</a:t>
            </a:r>
            <a:br/>
            <a:r>
              <a:t>SOMETHING GREAT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926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700" b="0">
                <a:solidFill>
                  <a:srgbClr val="9BA1A5"/>
                </a:solidFill>
                <a:latin typeface="Rubik"/>
              </a:defRPr>
            </a:pPr>
            <a:r>
              <a:t>name@startuplab.no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91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700" b="0">
                <a:solidFill>
                  <a:srgbClr val="FF3333"/>
                </a:solidFill>
                <a:latin typeface="Rubik"/>
              </a:defRPr>
            </a:pPr>
            <a:r>
              <a:t>startuplab.no</a:t>
            </a:r>
          </a:p>
        </p:txBody>
      </p:sp>
      <p:pic>
        <p:nvPicPr>
          <p:cNvPr id="6" name="Picture 5" descr="SL_symbo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1524000" cy="2286000"/>
          </a:xfrm>
          <a:prstGeom prst="rect">
            <a:avLst/>
          </a:prstGeom>
        </p:spPr>
      </p:pic>
      <p:pic>
        <p:nvPicPr>
          <p:cNvPr id="7" name="Picture 6" descr="SL_signatur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754880"/>
            <a:ext cx="522183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365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800" b="1">
                <a:solidFill>
                  <a:srgbClr val="131415"/>
                </a:solidFill>
                <a:latin typeface="Rubik Medium"/>
              </a:defRPr>
            </a:pPr>
            <a:r>
              <a:t>TEXT-HEAVY WITH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500" b="0">
                <a:solidFill>
                  <a:srgbClr val="131415"/>
                </a:solidFill>
                <a:latin typeface="Rubik"/>
              </a:defRPr>
            </a:pPr>
            <a:r>
              <a:t>This layout accommodates more text while still including a visual element. Use when you need to explain a concept in detail but want to maintain visual interest.</a:t>
            </a:r>
            <a:br/>
            <a:br/>
            <a:r>
              <a:t>Key points to cover:</a:t>
            </a:r>
            <a:br/>
            <a:r>
              <a:t>• First important detail</a:t>
            </a:r>
            <a:br/>
            <a:r>
              <a:t>• Second important detail</a:t>
            </a:r>
            <a:br/>
            <a:r>
              <a:t>• Third important detail</a:t>
            </a:r>
            <a:br/>
            <a:br/>
            <a:r>
              <a:t>Additional context or explanation can go here to fully develop the idea.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0" y="731520"/>
            <a:ext cx="3200400" cy="32004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BA1A5"/>
                </a:solidFill>
              </a:defRPr>
            </a:pPr>
            <a:r>
              <a:t>IMAGE</a:t>
            </a:r>
          </a:p>
        </p:txBody>
      </p:sp>
      <p:pic>
        <p:nvPicPr>
          <p:cNvPr id="5" name="Picture 4" descr="SL_signature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4754880"/>
            <a:ext cx="522183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BA1A5"/>
                </a:solidFill>
                <a:latin typeface="Rubik Medium"/>
              </a:defRPr>
            </a:pPr>
            <a:r>
              <a:t>KEY FIGURES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31415"/>
                </a:solidFill>
                <a:latin typeface="Rubik Medium"/>
              </a:defRPr>
            </a:pPr>
            <a:r>
              <a:t>STARTUPLAB SUMMIT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828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3333"/>
                </a:solidFill>
                <a:latin typeface="Rubik Medium"/>
              </a:defRPr>
            </a:pPr>
            <a:r>
              <a:t>1600+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834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31415"/>
                </a:solidFill>
                <a:latin typeface="Rubik"/>
              </a:defRPr>
            </a:pPr>
            <a:r>
              <a:t>attendees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828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3333"/>
                </a:solidFill>
                <a:latin typeface="Rubik Medium"/>
              </a:defRPr>
            </a:pPr>
            <a:r>
              <a:t>140+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834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31415"/>
                </a:solidFill>
                <a:latin typeface="Rubik"/>
              </a:defRPr>
            </a:pPr>
            <a:r>
              <a:t>corp leaders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828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3333"/>
                </a:solidFill>
                <a:latin typeface="Rubik Medium"/>
              </a:defRPr>
            </a:pPr>
            <a:r>
              <a:t>300+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834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31415"/>
                </a:solidFill>
                <a:latin typeface="Rubik"/>
              </a:defRPr>
            </a:pPr>
            <a:r>
              <a:t>investors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28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3333"/>
                </a:solidFill>
                <a:latin typeface="Rubik Medium"/>
              </a:defRPr>
            </a:pPr>
            <a:r>
              <a:t>40+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834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31415"/>
                </a:solidFill>
                <a:latin typeface="Rubik"/>
              </a:defRPr>
            </a:pPr>
            <a:r>
              <a:t>countries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4754880"/>
            <a:ext cx="522183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BA1A5"/>
                </a:solidFill>
                <a:latin typeface="Rubik Medium"/>
              </a:defRPr>
            </a:pPr>
            <a:r>
              <a:t>PORTFOLIO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31415"/>
                </a:solidFill>
                <a:latin typeface="Rubik Medium"/>
              </a:defRPr>
            </a:pPr>
            <a:r>
              <a:t>VALUE CREATED SINCE 2012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554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BA1A5"/>
                </a:solidFill>
                <a:latin typeface="Rubik"/>
              </a:defRPr>
            </a:pPr>
            <a:r>
              <a:t>NOK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8288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3333"/>
                </a:solidFill>
                <a:latin typeface="Rubik Medium"/>
              </a:defRPr>
            </a:pPr>
            <a:r>
              <a:t>8.1bn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743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31415"/>
                </a:solidFill>
                <a:latin typeface="Rubik"/>
              </a:defRPr>
            </a:pPr>
            <a:r>
              <a:t>combined revenue generated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8288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3333"/>
                </a:solidFill>
                <a:latin typeface="Rubik Medium"/>
              </a:defRPr>
            </a:pPr>
            <a:r>
              <a:t>3,600+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743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31415"/>
                </a:solidFill>
                <a:latin typeface="Rubik"/>
              </a:defRPr>
            </a:pPr>
            <a:r>
              <a:t>jobs created across portfolio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554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BA1A5"/>
                </a:solidFill>
                <a:latin typeface="Rubik"/>
              </a:defRPr>
            </a:pPr>
            <a:r>
              <a:t>NOK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8288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3333"/>
                </a:solidFill>
                <a:latin typeface="Rubik Medium"/>
              </a:defRPr>
            </a:pPr>
            <a:r>
              <a:t>18bn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743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31415"/>
                </a:solidFill>
                <a:latin typeface="Rubik"/>
              </a:defRPr>
            </a:pPr>
            <a:r>
              <a:t>top 10 companies valuation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4754880"/>
            <a:ext cx="522183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31415"/>
                </a:solidFill>
                <a:latin typeface="Rubik Medium"/>
              </a:defRPr>
            </a:pPr>
            <a:r>
              <a:t>OUR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Rubik Medium"/>
              </a:defRPr>
            </a:pPr>
            <a:r>
              <a:t>1000+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325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Rubik"/>
              </a:defRPr>
            </a:pPr>
            <a:r>
              <a:t>screened annually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2103120"/>
            <a:ext cx="6858000" cy="640080"/>
          </a:xfrm>
          <a:prstGeom prst="rect">
            <a:avLst/>
          </a:prstGeom>
          <a:solidFill>
            <a:srgbClr val="FD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194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Rubik Medium"/>
              </a:defRPr>
            </a:pPr>
            <a:r>
              <a:t>560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2240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Rubik"/>
              </a:defRPr>
            </a:pPr>
            <a:r>
              <a:t>startups since 2012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017520"/>
            <a:ext cx="5486400" cy="640080"/>
          </a:xfrm>
          <a:prstGeom prst="rect">
            <a:avLst/>
          </a:prstGeom>
          <a:solidFill>
            <a:srgbClr val="FC6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3108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Rubik Medium"/>
              </a:defRPr>
            </a:pPr>
            <a:r>
              <a:t>&lt;6%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154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Rubik"/>
              </a:defRPr>
            </a:pPr>
            <a:r>
              <a:t>acceptance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3931920"/>
            <a:ext cx="4114800" cy="640080"/>
          </a:xfrm>
          <a:prstGeom prst="rect">
            <a:avLst/>
          </a:prstGeom>
          <a:solidFill>
            <a:srgbClr val="FB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4023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Rubik Medium"/>
              </a:defRPr>
            </a:pPr>
            <a:r>
              <a:t>160+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4069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Rubik"/>
              </a:defRPr>
            </a:pPr>
            <a:r>
              <a:t>investments made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4754880"/>
            <a:ext cx="522183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BA1A5"/>
                </a:solidFill>
                <a:latin typeface="Rubik Medium"/>
              </a:defRPr>
            </a:pPr>
            <a:r>
              <a:t>COLLABORATION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31415"/>
                </a:solidFill>
                <a:latin typeface="Rubik Medium"/>
              </a:defRPr>
            </a:pPr>
            <a:r>
              <a:t>DEFINE CANVAS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4114800" cy="1645920"/>
          </a:xfrm>
          <a:prstGeom prst="rect">
            <a:avLst/>
          </a:prstGeom>
          <a:solidFill>
            <a:srgbClr val="F7F7F7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3333"/>
                </a:solidFill>
                <a:latin typeface="Rubik Medium"/>
              </a:defRPr>
            </a:pPr>
            <a:r>
              <a:t>COLLABORATION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A1A5"/>
                </a:solidFill>
                <a:latin typeface="Rubik"/>
              </a:defRPr>
            </a:pPr>
            <a:r>
              <a:t>What problem are we solving and why now?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097280"/>
            <a:ext cx="4114800" cy="1645920"/>
          </a:xfrm>
          <a:prstGeom prst="rect">
            <a:avLst/>
          </a:prstGeom>
          <a:solidFill>
            <a:srgbClr val="F7F7F7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1188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3333"/>
                </a:solidFill>
                <a:latin typeface="Rubik Medium"/>
              </a:defRPr>
            </a:pPr>
            <a:r>
              <a:t>SUCCESS CRITERIA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55448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A1A5"/>
                </a:solidFill>
                <a:latin typeface="Rubik"/>
              </a:defRPr>
            </a:pPr>
            <a:r>
              <a:t>How will we measure success? KPIs and metrics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26080"/>
            <a:ext cx="4114800" cy="1645920"/>
          </a:xfrm>
          <a:prstGeom prst="rect">
            <a:avLst/>
          </a:prstGeom>
          <a:solidFill>
            <a:srgbClr val="F7F7F7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0175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3333"/>
                </a:solidFill>
                <a:latin typeface="Rubik Medium"/>
              </a:defRPr>
            </a:pPr>
            <a:r>
              <a:t>STAKEHOLDERS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38328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A1A5"/>
                </a:solidFill>
                <a:latin typeface="Rubik"/>
              </a:defRPr>
            </a:pPr>
            <a:r>
              <a:t>Who needs to be involved? Champions and sponsors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926080"/>
            <a:ext cx="4114800" cy="1645920"/>
          </a:xfrm>
          <a:prstGeom prst="rect">
            <a:avLst/>
          </a:prstGeom>
          <a:solidFill>
            <a:srgbClr val="F7F7F7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30175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3333"/>
                </a:solidFill>
                <a:latin typeface="Rubik Medium"/>
              </a:defRPr>
            </a:pPr>
            <a:r>
              <a:t>TIMELINE &amp; RESOURCES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38328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A1A5"/>
                </a:solidFill>
                <a:latin typeface="Rubik"/>
              </a:defRPr>
            </a:pPr>
            <a:r>
              <a:t>What is the timeline? Budget and team allocation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4754880"/>
            <a:ext cx="522183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BA1A5"/>
                </a:solidFill>
                <a:latin typeface="Rubik Medium"/>
              </a:defRPr>
            </a:pPr>
            <a:r>
              <a:t>COLLABORATION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31415"/>
                </a:solidFill>
                <a:latin typeface="Rubik Medium"/>
              </a:defRPr>
            </a:pPr>
            <a:r>
              <a:t>PILOT CANVAS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4114800" cy="1645920"/>
          </a:xfrm>
          <a:prstGeom prst="rect">
            <a:avLst/>
          </a:prstGeom>
          <a:solidFill>
            <a:srgbClr val="F7F7F7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3333"/>
                </a:solidFill>
                <a:latin typeface="Rubik Medium"/>
              </a:defRPr>
            </a:pPr>
            <a:r>
              <a:t>PILOT 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A1A5"/>
                </a:solidFill>
                <a:latin typeface="Rubik"/>
              </a:defRPr>
            </a:pPr>
            <a:r>
              <a:t>What exactly will be tested, and in what environment?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097280"/>
            <a:ext cx="4114800" cy="1645920"/>
          </a:xfrm>
          <a:prstGeom prst="rect">
            <a:avLst/>
          </a:prstGeom>
          <a:solidFill>
            <a:srgbClr val="F7F7F7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1188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3333"/>
                </a:solidFill>
                <a:latin typeface="Rubik Medium"/>
              </a:defRPr>
            </a:pPr>
            <a:r>
              <a:t>PILOT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55448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A1A5"/>
                </a:solidFill>
                <a:latin typeface="Rubik"/>
              </a:defRPr>
            </a:pPr>
            <a:r>
              <a:t>Success criteria, KPIs, and data to collect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26080"/>
            <a:ext cx="4114800" cy="1645920"/>
          </a:xfrm>
          <a:prstGeom prst="rect">
            <a:avLst/>
          </a:prstGeom>
          <a:solidFill>
            <a:srgbClr val="F7F7F7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0175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3333"/>
                </a:solidFill>
                <a:latin typeface="Rubik Medium"/>
              </a:defRPr>
            </a:pPr>
            <a:r>
              <a:t>RISKS &amp; MITIGATIONS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38328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A1A5"/>
                </a:solidFill>
                <a:latin typeface="Rubik"/>
              </a:defRPr>
            </a:pPr>
            <a:r>
              <a:t>What could go wrong? Contingency plans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926080"/>
            <a:ext cx="4114800" cy="1645920"/>
          </a:xfrm>
          <a:prstGeom prst="rect">
            <a:avLst/>
          </a:prstGeom>
          <a:solidFill>
            <a:srgbClr val="F7F7F7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30175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3333"/>
                </a:solidFill>
                <a:latin typeface="Rubik Medium"/>
              </a:defRPr>
            </a:pPr>
            <a:r>
              <a:t>NEXT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38328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A1A5"/>
                </a:solidFill>
                <a:latin typeface="Rubik"/>
              </a:defRPr>
            </a:pPr>
            <a:r>
              <a:t>Go/no-go criteria and scaling plan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4754880"/>
            <a:ext cx="522183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BA1A5"/>
                </a:solidFill>
                <a:latin typeface="Rubik Medium"/>
              </a:defRPr>
            </a:pPr>
            <a: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Rubik Medium"/>
              </a:defRPr>
            </a:pPr>
            <a:r>
              <a:t>CORPORATE × STARTUP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801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Rubik"/>
              </a:defRPr>
            </a:pPr>
            <a:r>
              <a:t>Brief description of the collaboration, what problem was solved, and the outcomes achieved. Focus on measurable impact and key learnings.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0" y="1280160"/>
            <a:ext cx="3108960" cy="2926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1A5"/>
                </a:solidFill>
                <a:latin typeface="Rubik"/>
              </a:defRPr>
            </a:pPr>
            <a:r>
              <a:t>Pilot Duration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3333"/>
                </a:solidFill>
                <a:latin typeface="Rubik Medium"/>
              </a:defRPr>
            </a:pPr>
            <a:r>
              <a:t>3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1A5"/>
                </a:solidFill>
                <a:latin typeface="Rubik"/>
              </a:defRPr>
            </a:pPr>
            <a:r>
              <a:t>Investment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3333"/>
                </a:solidFill>
                <a:latin typeface="Rubik Medium"/>
              </a:defRPr>
            </a:pPr>
            <a:r>
              <a:t>500K NOK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1A5"/>
                </a:solidFill>
                <a:latin typeface="Rubik"/>
              </a:defRPr>
            </a:pPr>
            <a:r>
              <a:t>ROI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971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3333"/>
                </a:solidFill>
                <a:latin typeface="Rubik Medium"/>
              </a:defRPr>
            </a:pPr>
            <a:r>
              <a:t>3.2x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BA1A5"/>
                </a:solidFill>
                <a:latin typeface="Rubik"/>
              </a:defRPr>
            </a:pPr>
            <a: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611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3333"/>
                </a:solidFill>
                <a:latin typeface="Rubik Medium"/>
              </a:defRPr>
            </a:pPr>
            <a:r>
              <a:t>Scaling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4754880"/>
            <a:ext cx="522183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31415"/>
                </a:solidFill>
                <a:latin typeface="Rubik Medium"/>
              </a:defRPr>
            </a:pPr>
            <a:r>
              <a:t>COLLABORATION JOURNEY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1645920"/>
            <a:ext cx="914400" cy="914400"/>
          </a:xfrm>
          <a:prstGeom prst="ellipse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828800" y="1965960"/>
            <a:ext cx="548640" cy="274320"/>
          </a:xfrm>
          <a:prstGeom prst="rightArrow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31415"/>
                </a:solidFill>
                <a:latin typeface="Rubik Medium"/>
              </a:defRPr>
            </a:pPr>
            <a:r>
              <a:t>DEFINE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108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BA1A5"/>
                </a:solidFill>
                <a:latin typeface="Rubik"/>
              </a:defRPr>
            </a:pPr>
            <a:r>
              <a:t>Set objectives</a:t>
            </a:r>
            <a:br/>
            <a:r>
              <a:t>&amp; success criteria</a:t>
            </a:r>
          </a:p>
        </p:txBody>
      </p:sp>
      <p:sp>
        <p:nvSpPr>
          <p:cNvPr id="7" name="Oval 6"/>
          <p:cNvSpPr/>
          <p:nvPr/>
        </p:nvSpPr>
        <p:spPr>
          <a:xfrm>
            <a:off x="3017520" y="1645920"/>
            <a:ext cx="914400" cy="914400"/>
          </a:xfrm>
          <a:prstGeom prst="ellipse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23360" y="1965960"/>
            <a:ext cx="548640" cy="274320"/>
          </a:xfrm>
          <a:prstGeom prst="rightArrow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31415"/>
                </a:solidFill>
                <a:latin typeface="Rubik Medium"/>
              </a:defRPr>
            </a:pPr>
            <a:r>
              <a:t>SCOUT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108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BA1A5"/>
                </a:solidFill>
                <a:latin typeface="Rubik"/>
              </a:defRPr>
            </a:pPr>
            <a:r>
              <a:t>Find &amp; evaluate</a:t>
            </a:r>
            <a:br/>
            <a:r>
              <a:t>startup partners</a:t>
            </a:r>
          </a:p>
        </p:txBody>
      </p:sp>
      <p:sp>
        <p:nvSpPr>
          <p:cNvPr id="11" name="Oval 10"/>
          <p:cNvSpPr/>
          <p:nvPr/>
        </p:nvSpPr>
        <p:spPr>
          <a:xfrm>
            <a:off x="5212080" y="1645920"/>
            <a:ext cx="914400" cy="914400"/>
          </a:xfrm>
          <a:prstGeom prst="ellipse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217920" y="1965960"/>
            <a:ext cx="548640" cy="274320"/>
          </a:xfrm>
          <a:prstGeom prst="rightArrow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31415"/>
                </a:solidFill>
                <a:latin typeface="Rubik Medium"/>
              </a:defRPr>
            </a:pPr>
            <a:r>
              <a:t>ALIGN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108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BA1A5"/>
                </a:solidFill>
                <a:latin typeface="Rubik"/>
              </a:defRPr>
            </a:pPr>
            <a:r>
              <a:t>Agree terms</a:t>
            </a:r>
            <a:br/>
            <a:r>
              <a:t>&amp; expectations</a:t>
            </a:r>
          </a:p>
        </p:txBody>
      </p:sp>
      <p:sp>
        <p:nvSpPr>
          <p:cNvPr id="15" name="Oval 14"/>
          <p:cNvSpPr/>
          <p:nvPr/>
        </p:nvSpPr>
        <p:spPr>
          <a:xfrm>
            <a:off x="7406640" y="1645920"/>
            <a:ext cx="914400" cy="914400"/>
          </a:xfrm>
          <a:prstGeom prst="ellipse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31415"/>
                </a:solidFill>
                <a:latin typeface="Rubik Medium"/>
              </a:defRPr>
            </a:pPr>
            <a:r>
              <a:t>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108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BA1A5"/>
                </a:solidFill>
                <a:latin typeface="Rubik"/>
              </a:defRPr>
            </a:pPr>
            <a:r>
              <a:t>Test solution</a:t>
            </a:r>
            <a:br/>
            <a:r>
              <a:t>&amp; measure results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4754880"/>
            <a:ext cx="522183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31415"/>
                </a:solidFill>
                <a:latin typeface="Rubik Medium"/>
              </a:defRPr>
            </a:pPr>
            <a:r>
              <a:t>SELECTIVITY &amp; QUALITY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371600"/>
            <a:ext cx="2743200" cy="292608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3333"/>
                </a:solidFill>
                <a:latin typeface="Rubik Medium"/>
              </a:defRPr>
            </a:pPr>
            <a:r>
              <a:t>&lt;6%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31415"/>
                </a:solidFill>
                <a:latin typeface="Rubik Medium"/>
              </a:defRPr>
            </a:pPr>
            <a:r>
              <a:t>acceptance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BA1A5"/>
                </a:solidFill>
                <a:latin typeface="Rubik"/>
              </a:defRPr>
            </a:pPr>
            <a:r>
              <a:t>~680 applications in 2024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371600"/>
            <a:ext cx="2743200" cy="292608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828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3333"/>
                </a:solidFill>
                <a:latin typeface="Rubik Medium"/>
              </a:defRPr>
            </a:pPr>
            <a:r>
              <a:t>560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31415"/>
                </a:solidFill>
                <a:latin typeface="Rubik Medium"/>
              </a:defRPr>
            </a:pPr>
            <a:r>
              <a:t>startups since 2012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3832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BA1A5"/>
                </a:solidFill>
                <a:latin typeface="Rubik"/>
              </a:defRPr>
            </a:pPr>
            <a:r>
              <a:t>Norway's largest incubator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371600"/>
            <a:ext cx="2743200" cy="292608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828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3333"/>
                </a:solidFill>
                <a:latin typeface="Rubik Medium"/>
              </a:defRPr>
            </a:pPr>
            <a:r>
              <a:t>100+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31415"/>
                </a:solidFill>
                <a:latin typeface="Rubik Medium"/>
              </a:defRPr>
            </a:pPr>
            <a:r>
              <a:t>tailored intros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3832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BA1A5"/>
                </a:solidFill>
                <a:latin typeface="Rubik"/>
              </a:defRPr>
            </a:pPr>
            <a:r>
              <a:t>Corporate-startup matches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4754880"/>
            <a:ext cx="522183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31415"/>
                </a:solidFill>
                <a:latin typeface="Rubik Medium"/>
              </a:defRPr>
            </a:pPr>
            <a:r>
              <a:t>DETAILED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BA1A5"/>
                </a:solidFill>
                <a:latin typeface="Rubik"/>
              </a:defRPr>
            </a:pPr>
            <a:r>
              <a:t>Subheading with additional context for the detailed information below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31415"/>
                </a:solidFill>
                <a:latin typeface="Rubik"/>
              </a:defRPr>
            </a:pPr>
            <a:r>
              <a:t>Key point one with detailed explanation that provides context and supporting information for the audience.</a:t>
            </a:r>
            <a:br/>
            <a:br/>
            <a:r>
              <a:t>Key point two that builds on the previous point and adds new dimensions to the topic being discussed.</a:t>
            </a:r>
            <a:br/>
            <a:br/>
            <a:r>
              <a:t>Key point three with specific examples or data that reinforce the main message.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31415"/>
                </a:solidFill>
                <a:latin typeface="Rubik"/>
              </a:defRPr>
            </a:pPr>
            <a:r>
              <a:t>Additional context for point four that covers another aspect of the topic with relevant details.</a:t>
            </a:r>
            <a:br/>
            <a:br/>
            <a:r>
              <a:t>Point five that addresses potential questions or concerns the audience might have.</a:t>
            </a:r>
            <a:br/>
            <a:br/>
            <a:r>
              <a:t>Final point that ties everything together and leads to the next section or call to action.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4754880"/>
            <a:ext cx="522183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